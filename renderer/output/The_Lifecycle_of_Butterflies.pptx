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xtpedj\Desktop\PPTX-generator-demo\skill\erni-powerpoint-builder\assets\images\green-palm-lines-79.jpg">    </p:cNvPr>
          <p:cNvPicPr>
            <a:picLocks noChangeAspect="1"/>
          </p:cNvPicPr>
          <p:nvPr/>
        </p:nvPicPr>
        <p:blipFill>
          <a:blip r:embed="rId1"/>
          <a:srcRect l="0" r="0" t="0" b="0"/>
          <a:stretch/>
        </p:blipFill>
        <p:spPr>
          <a:xfrm>
            <a:off x="6099048" y="0"/>
            <a:ext cx="6089904" cy="6858000"/>
          </a:xfrm>
          <a:prstGeom prst="rect">
            <a:avLst/>
          </a:prstGeom>
        </p:spPr>
      </p:pic>
      <p:sp>
        <p:nvSpPr>
          <p:cNvPr id="3" name="Text 0"/>
          <p:cNvSpPr/>
          <p:nvPr/>
        </p:nvSpPr>
        <p:spPr>
          <a:xfrm>
            <a:off x="731520" y="2194560"/>
            <a:ext cx="5029200" cy="1645920"/>
          </a:xfrm>
          <a:prstGeom prst="rect">
            <a:avLst/>
          </a:prstGeom>
          <a:noFill/>
          <a:ln/>
        </p:spPr>
        <p:txBody>
          <a:bodyPr wrap="square" rtlCol="0" anchor="b"/>
          <a:lstStyle/>
          <a:p>
            <a:pPr indent="0" marL="0">
              <a:buNone/>
            </a:pPr>
            <a:r>
              <a:rPr lang="en-US" sz="3600" b="1" dirty="0">
                <a:solidFill>
                  <a:srgbClr val="033778"/>
                </a:solidFill>
                <a:latin typeface="Source Sans Pro" pitchFamily="34" charset="0"/>
                <a:ea typeface="Source Sans Pro" pitchFamily="34" charset="-122"/>
                <a:cs typeface="Source Sans Pro" pitchFamily="34" charset="-120"/>
              </a:rPr>
              <a:t>The Lifecycle of Butterflies</a:t>
            </a:r>
            <a:endParaRPr lang="en-US" sz="3600" dirty="0"/>
          </a:p>
        </p:txBody>
      </p:sp>
      <p:sp>
        <p:nvSpPr>
          <p:cNvPr id="4" name="Text 1"/>
          <p:cNvSpPr/>
          <p:nvPr/>
        </p:nvSpPr>
        <p:spPr>
          <a:xfrm>
            <a:off x="731520" y="4023360"/>
            <a:ext cx="5029200" cy="914400"/>
          </a:xfrm>
          <a:prstGeom prst="rect">
            <a:avLst/>
          </a:prstGeom>
          <a:noFill/>
          <a:ln/>
        </p:spPr>
        <p:txBody>
          <a:bodyPr wrap="square" rtlCol="0" anchor="ctr"/>
          <a:lstStyle/>
          <a:p>
            <a:pPr indent="0" marL="0">
              <a:buNone/>
            </a:pPr>
            <a:r>
              <a:rPr lang="en-US" sz="1800" dirty="0">
                <a:solidFill>
                  <a:srgbClr val="3C3C3B"/>
                </a:solidFill>
                <a:latin typeface="Source Sans Pro" pitchFamily="34" charset="0"/>
                <a:ea typeface="Source Sans Pro" pitchFamily="34" charset="-122"/>
                <a:cs typeface="Source Sans Pro" pitchFamily="34" charset="-120"/>
              </a:rPr>
              <a:t>An exploration of the transformative journey of butterflies.</a:t>
            </a:r>
            <a:endParaRPr lang="en-US" sz="18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640080"/>
            <a:ext cx="10725912"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Agenda</a:t>
            </a:r>
            <a:endParaRPr lang="en-US" sz="2600" dirty="0"/>
          </a:p>
        </p:txBody>
      </p:sp>
      <p:sp>
        <p:nvSpPr>
          <p:cNvPr id="3" name="Text 1"/>
          <p:cNvSpPr/>
          <p:nvPr/>
        </p:nvSpPr>
        <p:spPr>
          <a:xfrm>
            <a:off x="731520" y="2103120"/>
            <a:ext cx="10725912" cy="146304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This presentation will cover the four main stages of a butterfly's lifecycle: Egg, Larva, Pupa, and Adult. We will explore each stage in detail to understand the transformation process.</a:t>
            </a:r>
            <a:endParaRPr lang="en-US" sz="1400" dirty="0"/>
          </a:p>
        </p:txBody>
      </p:sp>
      <p:sp>
        <p:nvSpPr>
          <p:cNvPr id="4"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3778"/>
        </a:solidFill>
      </p:bgPr>
    </p:bg>
    <p:spTree>
      <p:nvGrpSpPr>
        <p:cNvPr id="1" name=""/>
        <p:cNvGrpSpPr/>
        <p:nvPr/>
      </p:nvGrpSpPr>
      <p:grpSpPr>
        <a:xfrm>
          <a:off x="0" y="0"/>
          <a:ext cx="0" cy="0"/>
          <a:chOff x="0" y="0"/>
          <a:chExt cx="0" cy="0"/>
        </a:xfrm>
      </p:grpSpPr>
      <p:sp>
        <p:nvSpPr>
          <p:cNvPr id="2" name="Text 0"/>
          <p:cNvSpPr/>
          <p:nvPr/>
        </p:nvSpPr>
        <p:spPr>
          <a:xfrm>
            <a:off x="914400" y="1828800"/>
            <a:ext cx="2560320" cy="3200400"/>
          </a:xfrm>
          <a:prstGeom prst="rect">
            <a:avLst/>
          </a:prstGeom>
          <a:noFill/>
          <a:ln/>
        </p:spPr>
        <p:txBody>
          <a:bodyPr wrap="square" rtlCol="0" anchor="ctr"/>
          <a:lstStyle/>
          <a:p>
            <a:pPr indent="0" marL="0">
              <a:buNone/>
            </a:pPr>
            <a:r>
              <a:rPr lang="en-US" sz="9600" b="1" dirty="0">
                <a:solidFill>
                  <a:srgbClr val="FFFFFF"/>
                </a:solidFill>
                <a:latin typeface="Source Sans Pro" pitchFamily="34" charset="0"/>
                <a:ea typeface="Source Sans Pro" pitchFamily="34" charset="-122"/>
                <a:cs typeface="Source Sans Pro" pitchFamily="34" charset="-120"/>
              </a:rPr>
              <a:t>The beginning of a butterfly's life.</a:t>
            </a:r>
            <a:endParaRPr lang="en-US" sz="9600" dirty="0"/>
          </a:p>
        </p:txBody>
      </p:sp>
      <p:sp>
        <p:nvSpPr>
          <p:cNvPr id="3" name="Text 1"/>
          <p:cNvSpPr/>
          <p:nvPr/>
        </p:nvSpPr>
        <p:spPr>
          <a:xfrm>
            <a:off x="4114800" y="2286000"/>
            <a:ext cx="7315200" cy="2286000"/>
          </a:xfrm>
          <a:prstGeom prst="rect">
            <a:avLst/>
          </a:prstGeom>
          <a:noFill/>
          <a:ln/>
        </p:spPr>
        <p:txBody>
          <a:bodyPr wrap="square" rtlCol="0" anchor="ctr"/>
          <a:lstStyle/>
          <a:p>
            <a:pPr indent="0" marL="0">
              <a:buNone/>
            </a:pPr>
            <a:r>
              <a:rPr lang="en-US" sz="3200" b="1" dirty="0">
                <a:solidFill>
                  <a:srgbClr val="FFFFFF"/>
                </a:solidFill>
                <a:latin typeface="Source Sans Pro" pitchFamily="34" charset="0"/>
                <a:ea typeface="Source Sans Pro" pitchFamily="34" charset="-122"/>
                <a:cs typeface="Source Sans Pro" pitchFamily="34" charset="-120"/>
              </a:rPr>
              <a:t>Stage 1: Egg</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extpedj\Desktop\PPTX-generator-demo\skill\erni-powerpoint-builder\assets\images\blue-geometric-triangles-61.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Egg Stage</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Butterfly eggs are laid on the leaves of host plants. These eggs are tiny, often resembling small dots. The duration of this stage varies, but it typically lasts a few days to a week. During this time, the embryo develops inside the egg, preparing for the next stage.</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3778"/>
        </a:solidFill>
      </p:bgPr>
    </p:bg>
    <p:spTree>
      <p:nvGrpSpPr>
        <p:cNvPr id="1" name=""/>
        <p:cNvGrpSpPr/>
        <p:nvPr/>
      </p:nvGrpSpPr>
      <p:grpSpPr>
        <a:xfrm>
          <a:off x="0" y="0"/>
          <a:ext cx="0" cy="0"/>
          <a:chOff x="0" y="0"/>
          <a:chExt cx="0" cy="0"/>
        </a:xfrm>
      </p:grpSpPr>
      <p:sp>
        <p:nvSpPr>
          <p:cNvPr id="2" name="Text 0"/>
          <p:cNvSpPr/>
          <p:nvPr/>
        </p:nvSpPr>
        <p:spPr>
          <a:xfrm>
            <a:off x="914400" y="1828800"/>
            <a:ext cx="2560320" cy="3200400"/>
          </a:xfrm>
          <a:prstGeom prst="rect">
            <a:avLst/>
          </a:prstGeom>
          <a:noFill/>
          <a:ln/>
        </p:spPr>
        <p:txBody>
          <a:bodyPr wrap="square" rtlCol="0" anchor="ctr"/>
          <a:lstStyle/>
          <a:p>
            <a:pPr indent="0" marL="0">
              <a:buNone/>
            </a:pPr>
            <a:r>
              <a:rPr lang="en-US" sz="9600" b="1" dirty="0">
                <a:solidFill>
                  <a:srgbClr val="FFFFFF"/>
                </a:solidFill>
                <a:latin typeface="Source Sans Pro" pitchFamily="34" charset="0"/>
                <a:ea typeface="Source Sans Pro" pitchFamily="34" charset="-122"/>
                <a:cs typeface="Source Sans Pro" pitchFamily="34" charset="-120"/>
              </a:rPr>
              <a:t>The growth phase of the caterpillar.</a:t>
            </a:r>
            <a:endParaRPr lang="en-US" sz="9600" dirty="0"/>
          </a:p>
        </p:txBody>
      </p:sp>
      <p:sp>
        <p:nvSpPr>
          <p:cNvPr id="3" name="Text 1"/>
          <p:cNvSpPr/>
          <p:nvPr/>
        </p:nvSpPr>
        <p:spPr>
          <a:xfrm>
            <a:off x="4114800" y="2286000"/>
            <a:ext cx="7315200" cy="2286000"/>
          </a:xfrm>
          <a:prstGeom prst="rect">
            <a:avLst/>
          </a:prstGeom>
          <a:noFill/>
          <a:ln/>
        </p:spPr>
        <p:txBody>
          <a:bodyPr wrap="square" rtlCol="0" anchor="ctr"/>
          <a:lstStyle/>
          <a:p>
            <a:pPr indent="0" marL="0">
              <a:buNone/>
            </a:pPr>
            <a:r>
              <a:rPr lang="en-US" sz="3200" b="1" dirty="0">
                <a:solidFill>
                  <a:srgbClr val="FFFFFF"/>
                </a:solidFill>
                <a:latin typeface="Source Sans Pro" pitchFamily="34" charset="0"/>
                <a:ea typeface="Source Sans Pro" pitchFamily="34" charset="-122"/>
                <a:cs typeface="Source Sans Pro" pitchFamily="34" charset="-120"/>
              </a:rPr>
              <a:t>Stage 2: Larva (Caterpillar)</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extpedj\Desktop\PPTX-generator-demo\skill\erni-powerpoint-builder\assets\images\cyan-magenta-fluid-ribbon-57.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Larva Growth</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Once hatched, the caterpillar begins its life by consuming the eggshell. It then starts feeding on leaves, growing rapidly. This stage is characterized by several molts, as the caterpillar sheds its skin to accommodate its increasing size.</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3778"/>
        </a:solidFill>
      </p:bgPr>
    </p:bg>
    <p:spTree>
      <p:nvGrpSpPr>
        <p:cNvPr id="1" name=""/>
        <p:cNvGrpSpPr/>
        <p:nvPr/>
      </p:nvGrpSpPr>
      <p:grpSpPr>
        <a:xfrm>
          <a:off x="0" y="0"/>
          <a:ext cx="0" cy="0"/>
          <a:chOff x="0" y="0"/>
          <a:chExt cx="0" cy="0"/>
        </a:xfrm>
      </p:grpSpPr>
      <p:sp>
        <p:nvSpPr>
          <p:cNvPr id="2" name="Text 0"/>
          <p:cNvSpPr/>
          <p:nvPr/>
        </p:nvSpPr>
        <p:spPr>
          <a:xfrm>
            <a:off x="914400" y="1828800"/>
            <a:ext cx="2560320" cy="3200400"/>
          </a:xfrm>
          <a:prstGeom prst="rect">
            <a:avLst/>
          </a:prstGeom>
          <a:noFill/>
          <a:ln/>
        </p:spPr>
        <p:txBody>
          <a:bodyPr wrap="square" rtlCol="0" anchor="ctr"/>
          <a:lstStyle/>
          <a:p>
            <a:pPr indent="0" marL="0">
              <a:buNone/>
            </a:pPr>
            <a:r>
              <a:rPr lang="en-US" sz="9600" b="1" dirty="0">
                <a:solidFill>
                  <a:srgbClr val="FFFFFF"/>
                </a:solidFill>
                <a:latin typeface="Source Sans Pro" pitchFamily="34" charset="0"/>
                <a:ea typeface="Source Sans Pro" pitchFamily="34" charset="-122"/>
                <a:cs typeface="Source Sans Pro" pitchFamily="34" charset="-120"/>
              </a:rPr>
              <a:t>The transformation phase.</a:t>
            </a:r>
            <a:endParaRPr lang="en-US" sz="9600" dirty="0"/>
          </a:p>
        </p:txBody>
      </p:sp>
      <p:sp>
        <p:nvSpPr>
          <p:cNvPr id="3" name="Text 1"/>
          <p:cNvSpPr/>
          <p:nvPr/>
        </p:nvSpPr>
        <p:spPr>
          <a:xfrm>
            <a:off x="4114800" y="2286000"/>
            <a:ext cx="7315200" cy="2286000"/>
          </a:xfrm>
          <a:prstGeom prst="rect">
            <a:avLst/>
          </a:prstGeom>
          <a:noFill/>
          <a:ln/>
        </p:spPr>
        <p:txBody>
          <a:bodyPr wrap="square" rtlCol="0" anchor="ctr"/>
          <a:lstStyle/>
          <a:p>
            <a:pPr indent="0" marL="0">
              <a:buNone/>
            </a:pPr>
            <a:r>
              <a:rPr lang="en-US" sz="3200" b="1" dirty="0">
                <a:solidFill>
                  <a:srgbClr val="FFFFFF"/>
                </a:solidFill>
                <a:latin typeface="Source Sans Pro" pitchFamily="34" charset="0"/>
                <a:ea typeface="Source Sans Pro" pitchFamily="34" charset="-122"/>
                <a:cs typeface="Source Sans Pro" pitchFamily="34" charset="-120"/>
              </a:rPr>
              <a:t>Stage 3: Pupa (Chrysalis)</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extpedj\Desktop\PPTX-generator-demo\skill\erni-powerpoint-builder\assets\images\glass-flower-ceiling-35.jpg">    </p:cNvPr>
          <p:cNvPicPr>
            <a:picLocks noChangeAspect="1"/>
          </p:cNvPicPr>
          <p:nvPr/>
        </p:nvPicPr>
        <p:blipFill>
          <a:blip r:embed="rId1"/>
          <a:srcRect l="0" r="0" t="0" b="0"/>
          <a:stretch/>
        </p:blipFill>
        <p:spPr>
          <a:xfrm>
            <a:off x="0" y="0"/>
            <a:ext cx="5486400" cy="6858000"/>
          </a:xfrm>
          <a:prstGeom prst="rect">
            <a:avLst/>
          </a:prstGeom>
        </p:spPr>
      </p:pic>
      <p:sp>
        <p:nvSpPr>
          <p:cNvPr id="3" name="Text 0"/>
          <p:cNvSpPr/>
          <p:nvPr/>
        </p:nvSpPr>
        <p:spPr>
          <a:xfrm>
            <a:off x="5943600" y="640080"/>
            <a:ext cx="5486400" cy="731520"/>
          </a:xfrm>
          <a:prstGeom prst="rect">
            <a:avLst/>
          </a:prstGeom>
          <a:noFill/>
          <a:ln/>
        </p:spPr>
        <p:txBody>
          <a:bodyPr wrap="square" rtlCol="0" anchor="ctr"/>
          <a:lstStyle/>
          <a:p>
            <a:pPr indent="0" marL="0">
              <a:buNone/>
            </a:pPr>
            <a:r>
              <a:rPr lang="en-US" sz="2600" b="1" dirty="0">
                <a:solidFill>
                  <a:srgbClr val="033778"/>
                </a:solidFill>
                <a:latin typeface="Source Sans Pro" pitchFamily="34" charset="0"/>
                <a:ea typeface="Source Sans Pro" pitchFamily="34" charset="-122"/>
                <a:cs typeface="Source Sans Pro" pitchFamily="34" charset="-120"/>
              </a:rPr>
              <a:t>Metamorphosis</a:t>
            </a:r>
            <a:endParaRPr lang="en-US" sz="2600" dirty="0"/>
          </a:p>
        </p:txBody>
      </p:sp>
      <p:sp>
        <p:nvSpPr>
          <p:cNvPr id="4" name="Text 1"/>
          <p:cNvSpPr/>
          <p:nvPr/>
        </p:nvSpPr>
        <p:spPr>
          <a:xfrm>
            <a:off x="5943600" y="2103120"/>
            <a:ext cx="5486400" cy="1828800"/>
          </a:xfrm>
          <a:prstGeom prst="rect">
            <a:avLst/>
          </a:prstGeom>
          <a:noFill/>
          <a:ln/>
        </p:spPr>
        <p:txBody>
          <a:bodyPr wrap="square" rtlCol="0" anchor="t"/>
          <a:lstStyle/>
          <a:p>
            <a:pPr indent="0" marL="0">
              <a:buNone/>
            </a:pPr>
            <a:r>
              <a:rPr lang="en-US" sz="1400" dirty="0">
                <a:solidFill>
                  <a:srgbClr val="3C3C3B"/>
                </a:solidFill>
                <a:latin typeface="Source Sans Pro" pitchFamily="34" charset="0"/>
                <a:ea typeface="Source Sans Pro" pitchFamily="34" charset="-122"/>
                <a:cs typeface="Source Sans Pro" pitchFamily="34" charset="-120"/>
              </a:rPr>
              <a:t>During the pupal stage, the caterpillar forms a protective casing around itself, known as a chrysalis. Inside, it undergoes a remarkable transformation called metamorphosis, where its body structure is reorganized to emerge as an adult butterfly.</a:t>
            </a:r>
            <a:endParaRPr lang="en-US" sz="1400" dirty="0"/>
          </a:p>
        </p:txBody>
      </p:sp>
      <p:sp>
        <p:nvSpPr>
          <p:cNvPr id="5" name="Text 2"/>
          <p:cNvSpPr/>
          <p:nvPr/>
        </p:nvSpPr>
        <p:spPr>
          <a:xfrm>
            <a:off x="365760" y="18288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11338560" y="18288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3778"/>
        </a:solidFill>
      </p:bgPr>
    </p:bg>
    <p:spTree>
      <p:nvGrpSpPr>
        <p:cNvPr id="1" name=""/>
        <p:cNvGrpSpPr/>
        <p:nvPr/>
      </p:nvGrpSpPr>
      <p:grpSpPr>
        <a:xfrm>
          <a:off x="0" y="0"/>
          <a:ext cx="0" cy="0"/>
          <a:chOff x="0" y="0"/>
          <a:chExt cx="0" cy="0"/>
        </a:xfrm>
      </p:grpSpPr>
      <p:sp>
        <p:nvSpPr>
          <p:cNvPr id="2" name="Text 0"/>
          <p:cNvSpPr/>
          <p:nvPr/>
        </p:nvSpPr>
        <p:spPr>
          <a:xfrm>
            <a:off x="914400" y="1828800"/>
            <a:ext cx="2560320" cy="3200400"/>
          </a:xfrm>
          <a:prstGeom prst="rect">
            <a:avLst/>
          </a:prstGeom>
          <a:noFill/>
          <a:ln/>
        </p:spPr>
        <p:txBody>
          <a:bodyPr wrap="square" rtlCol="0" anchor="ctr"/>
          <a:lstStyle/>
          <a:p>
            <a:pPr indent="0" marL="0">
              <a:buNone/>
            </a:pPr>
            <a:r>
              <a:rPr lang="en-US" sz="9600" b="1" dirty="0">
                <a:solidFill>
                  <a:srgbClr val="FFFFFF"/>
                </a:solidFill>
                <a:latin typeface="Source Sans Pro" pitchFamily="34" charset="0"/>
                <a:ea typeface="Source Sans Pro" pitchFamily="34" charset="-122"/>
                <a:cs typeface="Source Sans Pro" pitchFamily="34" charset="-120"/>
              </a:rPr>
              <a:t>The final, beautiful stage of the lifecycle.</a:t>
            </a:r>
            <a:endParaRPr lang="en-US" sz="9600" dirty="0"/>
          </a:p>
        </p:txBody>
      </p:sp>
      <p:sp>
        <p:nvSpPr>
          <p:cNvPr id="3" name="Text 1"/>
          <p:cNvSpPr/>
          <p:nvPr/>
        </p:nvSpPr>
        <p:spPr>
          <a:xfrm>
            <a:off x="4114800" y="2286000"/>
            <a:ext cx="7315200" cy="2286000"/>
          </a:xfrm>
          <a:prstGeom prst="rect">
            <a:avLst/>
          </a:prstGeom>
          <a:noFill/>
          <a:ln/>
        </p:spPr>
        <p:txBody>
          <a:bodyPr wrap="square" rtlCol="0" anchor="ctr"/>
          <a:lstStyle/>
          <a:p>
            <a:pPr indent="0" marL="0">
              <a:buNone/>
            </a:pPr>
            <a:r>
              <a:rPr lang="en-US" sz="3200" b="1" dirty="0">
                <a:solidFill>
                  <a:srgbClr val="FFFFFF"/>
                </a:solidFill>
                <a:latin typeface="Source Sans Pro" pitchFamily="34" charset="0"/>
                <a:ea typeface="Source Sans Pro" pitchFamily="34" charset="-122"/>
                <a:cs typeface="Source Sans Pro" pitchFamily="34" charset="-120"/>
              </a:rPr>
              <a:t>Stage 4: Adult Butterfly</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286000"/>
            <a:ext cx="10360152" cy="914400"/>
          </a:xfrm>
          <a:prstGeom prst="rect">
            <a:avLst/>
          </a:prstGeom>
          <a:noFill/>
          <a:ln/>
        </p:spPr>
        <p:txBody>
          <a:bodyPr wrap="square" rtlCol="0" anchor="ctr"/>
          <a:lstStyle/>
          <a:p>
            <a:pPr algn="ctr" indent="0" marL="0">
              <a:buNone/>
            </a:pPr>
            <a:r>
              <a:rPr lang="en-US" sz="2800" b="1" dirty="0">
                <a:solidFill>
                  <a:srgbClr val="033778"/>
                </a:solidFill>
                <a:latin typeface="Source Sans Pro" pitchFamily="34" charset="0"/>
                <a:ea typeface="Source Sans Pro" pitchFamily="34" charset="-122"/>
                <a:cs typeface="Source Sans Pro" pitchFamily="34" charset="-120"/>
              </a:rPr>
              <a:t>Conclusion</a:t>
            </a:r>
            <a:endParaRPr lang="en-US" sz="2800" dirty="0"/>
          </a:p>
        </p:txBody>
      </p:sp>
      <p:sp>
        <p:nvSpPr>
          <p:cNvPr id="3" name="Text 1"/>
          <p:cNvSpPr/>
          <p:nvPr/>
        </p:nvSpPr>
        <p:spPr>
          <a:xfrm>
            <a:off x="2286000" y="3383280"/>
            <a:ext cx="7616952" cy="1828800"/>
          </a:xfrm>
          <a:prstGeom prst="rect">
            <a:avLst/>
          </a:prstGeom>
          <a:noFill/>
          <a:ln/>
        </p:spPr>
        <p:txBody>
          <a:bodyPr wrap="square" rtlCol="0" anchor="t"/>
          <a:lstStyle/>
          <a:p>
            <a:pPr algn="ctr" indent="0" marL="0">
              <a:buNone/>
            </a:pPr>
            <a:r>
              <a:rPr lang="en-US" sz="1400" dirty="0">
                <a:solidFill>
                  <a:srgbClr val="3C3C3B"/>
                </a:solidFill>
                <a:latin typeface="Source Sans Pro" pitchFamily="34" charset="0"/>
                <a:ea typeface="Source Sans Pro" pitchFamily="34" charset="-122"/>
                <a:cs typeface="Source Sans Pro" pitchFamily="34" charset="-120"/>
              </a:rPr>
              <a:t>Understanding the lifecycle of butterflies provides insight into the complexity and beauty of nature. Each stage plays a crucial role in the development of the butterfly, showcasing the wonders of biological transformation.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Lifecycle of Butterflies</dc:title>
  <dc:subject>PptxGenJS Presentation</dc:subject>
  <dc:creator>ERNI PPTX Generator</dc:creator>
  <cp:lastModifiedBy>ERNI PPTX Generator</cp:lastModifiedBy>
  <cp:revision>1</cp:revision>
  <dcterms:created xsi:type="dcterms:W3CDTF">2026-06-10T09:03:56Z</dcterms:created>
  <dcterms:modified xsi:type="dcterms:W3CDTF">2026-06-10T09:03:56Z</dcterms:modified>
</cp:coreProperties>
</file>