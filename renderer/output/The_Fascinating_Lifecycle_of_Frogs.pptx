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xtpedj\Desktop\PPTX-generator-demo\skill\erni-powerpoint-builder\assets\images\green-palm-lines-79.jpg">    </p:cNvPr>
          <p:cNvPicPr>
            <a:picLocks noChangeAspect="1"/>
          </p:cNvPicPr>
          <p:nvPr/>
        </p:nvPicPr>
        <p:blipFill>
          <a:blip r:embed="rId1"/>
          <a:srcRect l="0" r="0" t="0" b="0"/>
          <a:stretch/>
        </p:blipFill>
        <p:spPr>
          <a:xfrm>
            <a:off x="4572000" y="0"/>
            <a:ext cx="4572000" cy="5143500"/>
          </a:xfrm>
          <a:prstGeom prst="rect">
            <a:avLst/>
          </a:prstGeom>
        </p:spPr>
      </p:pic>
      <p:sp>
        <p:nvSpPr>
          <p:cNvPr id="3" name="Text 0"/>
          <p:cNvSpPr/>
          <p:nvPr/>
        </p:nvSpPr>
        <p:spPr>
          <a:xfrm>
            <a:off x="548640" y="1645920"/>
            <a:ext cx="3840480" cy="1280160"/>
          </a:xfrm>
          <a:prstGeom prst="rect">
            <a:avLst/>
          </a:prstGeom>
          <a:noFill/>
          <a:ln/>
        </p:spPr>
        <p:txBody>
          <a:bodyPr wrap="square" rtlCol="0" anchor="b"/>
          <a:lstStyle/>
          <a:p>
            <a:pPr indent="0" marL="0">
              <a:buNone/>
            </a:pPr>
            <a:r>
              <a:rPr lang="en-US" sz="3200" b="1" dirty="0">
                <a:solidFill>
                  <a:srgbClr val="033778"/>
                </a:solidFill>
                <a:latin typeface="Source Sans Pro" pitchFamily="34" charset="0"/>
                <a:ea typeface="Source Sans Pro" pitchFamily="34" charset="-122"/>
                <a:cs typeface="Source Sans Pro" pitchFamily="34" charset="-120"/>
              </a:rPr>
              <a:t>The Fascinating Lifecycle of Frogs</a:t>
            </a:r>
            <a:endParaRPr lang="en-US" sz="3200" dirty="0"/>
          </a:p>
        </p:txBody>
      </p:sp>
      <p:sp>
        <p:nvSpPr>
          <p:cNvPr id="4" name="Text 1"/>
          <p:cNvSpPr/>
          <p:nvPr/>
        </p:nvSpPr>
        <p:spPr>
          <a:xfrm>
            <a:off x="548640" y="3017520"/>
            <a:ext cx="3840480" cy="731520"/>
          </a:xfrm>
          <a:prstGeom prst="rect">
            <a:avLst/>
          </a:prstGeom>
          <a:noFill/>
          <a:ln/>
        </p:spPr>
        <p:txBody>
          <a:bodyPr wrap="square" rtlCol="0" anchor="ctr"/>
          <a:lstStyle/>
          <a:p>
            <a:pPr indent="0" marL="0">
              <a:buNone/>
            </a:pPr>
            <a:r>
              <a:rPr lang="en-US" sz="1600" dirty="0">
                <a:solidFill>
                  <a:srgbClr val="3C3C3B"/>
                </a:solidFill>
                <a:latin typeface="Source Sans Pro" pitchFamily="34" charset="0"/>
                <a:ea typeface="Source Sans Pro" pitchFamily="34" charset="-122"/>
                <a:cs typeface="Source Sans Pro" pitchFamily="34" charset="-120"/>
              </a:rPr>
              <a:t>Explore the incredible journey from egg to adult frog.</a:t>
            </a:r>
            <a:endParaRPr lang="en-US" sz="16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Journey Overview</a:t>
            </a:r>
            <a:endParaRPr lang="en-US" sz="2200" dirty="0"/>
          </a:p>
        </p:txBody>
      </p:sp>
      <p:sp>
        <p:nvSpPr>
          <p:cNvPr id="3" name="Text 1"/>
          <p:cNvSpPr/>
          <p:nvPr/>
        </p:nvSpPr>
        <p:spPr>
          <a:xfrm>
            <a:off x="548640" y="1645920"/>
            <a:ext cx="384048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The lifecycle of frogs is a remarkable journey through distinct stages. We will explore each phase, from the initial egg stage to the fully developed adult frog. Understanding these stages provides insight into the adaptability and transformation capabilities of frogs.</a:t>
            </a:r>
            <a:endParaRPr lang="en-US" sz="1200" dirty="0"/>
          </a:p>
        </p:txBody>
      </p:sp>
      <p:sp>
        <p:nvSpPr>
          <p:cNvPr id="4" name="Text 2"/>
          <p:cNvSpPr/>
          <p:nvPr/>
        </p:nvSpPr>
        <p:spPr>
          <a:xfrm>
            <a:off x="4754880" y="1645920"/>
            <a:ext cx="3840480" cy="2926080"/>
          </a:xfrm>
          <a:prstGeom prst="rect">
            <a:avLst/>
          </a:prstGeom>
          <a:noFill/>
          <a:ln/>
        </p:spPr>
        <p:txBody>
          <a:bodyPr wrap="square" rtlCol="0" anchor="t"/>
          <a:lstStyle/>
          <a:p>
            <a:pPr indent="0" marL="0">
              <a:buNone/>
            </a:pPr>
            <a:endParaRPr lang="en-US" sz="1200" dirty="0"/>
          </a:p>
        </p:txBody>
      </p:sp>
      <p:sp>
        <p:nvSpPr>
          <p:cNvPr id="5"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Introduction to Frogs</a:t>
            </a:r>
            <a:endParaRPr lang="en-US" sz="2200" dirty="0"/>
          </a:p>
        </p:txBody>
      </p:sp>
      <p:sp>
        <p:nvSpPr>
          <p:cNvPr id="3" name="Text 1"/>
          <p:cNvSpPr/>
          <p:nvPr/>
        </p:nvSpPr>
        <p:spPr>
          <a:xfrm>
            <a:off x="548640" y="1645920"/>
            <a:ext cx="502920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Frogs are amphibians, a class of animals known for their ability to live both in water and on land. They are characterized by their smooth skin, jumping abilities, and unique lifecycle. Frogs play a crucial role in the ecosystem, serving as both predator and prey.</a:t>
            </a:r>
            <a:endParaRPr lang="en-US" sz="1200" dirty="0"/>
          </a:p>
        </p:txBody>
      </p:sp>
      <p:sp>
        <p:nvSpPr>
          <p:cNvPr id="4"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extpedj\Desktop\PPTX-generator-demo\skill\erni-powerpoint-builder\assets\images\aqua-water-bubbles-84.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1: Egg</a:t>
            </a:r>
            <a:endParaRPr lang="en-US" sz="2200" dirty="0"/>
          </a:p>
        </p:txBody>
      </p:sp>
      <p:sp>
        <p:nvSpPr>
          <p:cNvPr id="4" name="Text 1"/>
          <p:cNvSpPr/>
          <p:nvPr/>
        </p:nvSpPr>
        <p:spPr>
          <a:xfrm>
            <a:off x="4389120" y="1645920"/>
            <a:ext cx="438912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Frog eggs are typically laid in clusters in freshwater environments. These eggs are encased in a jelly-like substance that provides protection and moisture. Within days, the eggs hatch into tadpoles, marking the beginning of their aquatic life.</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extpedj\Desktop\PPTX-generator-demo\skill\erni-powerpoint-builder\assets\images\blue-geometric-triangles-61.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2: Tadpole</a:t>
            </a:r>
            <a:endParaRPr lang="en-US" sz="2200" dirty="0"/>
          </a:p>
        </p:txBody>
      </p:sp>
      <p:sp>
        <p:nvSpPr>
          <p:cNvPr id="4" name="Text 1"/>
          <p:cNvSpPr/>
          <p:nvPr/>
        </p:nvSpPr>
        <p:spPr>
          <a:xfrm>
            <a:off x="4389120" y="1645920"/>
            <a:ext cx="438912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Tadpoles are the larval stage of frogs, living entirely in water. They have gills for breathing and a tail for swimming. During this stage, tadpoles primarily feed on algae and other plant matter, growing rapidly as they prepare for the next transformation.</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extpedj\Desktop\PPTX-generator-demo\skill\erni-powerpoint-builder\assets\images\blue-orange-ink-clouds-22.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3: Tadpole with Legs</a:t>
            </a:r>
            <a:endParaRPr lang="en-US" sz="2200" dirty="0"/>
          </a:p>
        </p:txBody>
      </p:sp>
      <p:sp>
        <p:nvSpPr>
          <p:cNvPr id="4" name="Text 1"/>
          <p:cNvSpPr/>
          <p:nvPr/>
        </p:nvSpPr>
        <p:spPr>
          <a:xfrm>
            <a:off x="4389120" y="1645920"/>
            <a:ext cx="438912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As tadpoles develop, they begin to grow legs and their gills are replaced by lungs. This transition prepares them for life on land. The tail starts to shrink, and their diet shifts to include small insects and other food sources.</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extpedj\Desktop\PPTX-generator-demo\skill\erni-powerpoint-builder\assets\images\cyan-magenta-fluid-ribbon-57.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4: Froglet</a:t>
            </a:r>
            <a:endParaRPr lang="en-US" sz="2200" dirty="0"/>
          </a:p>
        </p:txBody>
      </p:sp>
      <p:sp>
        <p:nvSpPr>
          <p:cNvPr id="4" name="Text 1"/>
          <p:cNvSpPr/>
          <p:nvPr/>
        </p:nvSpPr>
        <p:spPr>
          <a:xfrm>
            <a:off x="4389120" y="1645920"/>
            <a:ext cx="438912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Froglets are miniature versions of adult frogs, with fully formed legs and lungs. They still retain a small tail, which eventually disappears. Froglets begin to explore terrestrial environments, adapting to life outside water.</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extpedj\Desktop\PPTX-generator-demo\skill\erni-powerpoint-builder\assets\images\cyan-yellow-magenta-scanlines-76.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5: Adult Frog</a:t>
            </a:r>
            <a:endParaRPr lang="en-US" sz="2200" dirty="0"/>
          </a:p>
        </p:txBody>
      </p:sp>
      <p:sp>
        <p:nvSpPr>
          <p:cNvPr id="4" name="Text 1"/>
          <p:cNvSpPr/>
          <p:nvPr/>
        </p:nvSpPr>
        <p:spPr>
          <a:xfrm>
            <a:off x="4389120" y="1645920"/>
            <a:ext cx="438912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Adult frogs are fully adapted to life on land, though they remain capable swimmers. They have a diverse diet, feeding on insects, worms, and other small animals. Adult frogs play a vital role in controlling insect populations and maintaining ecological balance.</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Lifecycle Summary</a:t>
            </a:r>
            <a:endParaRPr lang="en-US" sz="2200" dirty="0"/>
          </a:p>
        </p:txBody>
      </p:sp>
      <p:sp>
        <p:nvSpPr>
          <p:cNvPr id="3" name="Shape 1"/>
          <p:cNvSpPr/>
          <p:nvPr/>
        </p:nvSpPr>
        <p:spPr>
          <a:xfrm>
            <a:off x="1051560" y="1737360"/>
            <a:ext cx="457200" cy="457200"/>
          </a:xfrm>
          <a:prstGeom prst="ellipse">
            <a:avLst/>
          </a:prstGeom>
          <a:solidFill>
            <a:srgbClr val="033778"/>
          </a:solidFill>
          <a:ln/>
        </p:spPr>
      </p:sp>
      <p:sp>
        <p:nvSpPr>
          <p:cNvPr id="4" name="Text 2"/>
          <p:cNvSpPr/>
          <p:nvPr/>
        </p:nvSpPr>
        <p:spPr>
          <a:xfrm>
            <a:off x="105156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1</a:t>
            </a:r>
            <a:endParaRPr lang="en-US" sz="1400" dirty="0"/>
          </a:p>
        </p:txBody>
      </p:sp>
      <p:sp>
        <p:nvSpPr>
          <p:cNvPr id="5" name="Shape 3"/>
          <p:cNvSpPr/>
          <p:nvPr/>
        </p:nvSpPr>
        <p:spPr>
          <a:xfrm>
            <a:off x="2148840" y="1965960"/>
            <a:ext cx="91440" cy="0"/>
          </a:xfrm>
          <a:prstGeom prst="line">
            <a:avLst/>
          </a:prstGeom>
          <a:noFill/>
          <a:ln w="19050">
            <a:solidFill>
              <a:srgbClr val="033778"/>
            </a:solidFill>
            <a:prstDash val="solid"/>
          </a:ln>
        </p:spPr>
      </p:sp>
      <p:sp>
        <p:nvSpPr>
          <p:cNvPr id="6" name="Text 4"/>
          <p:cNvSpPr/>
          <p:nvPr/>
        </p:nvSpPr>
        <p:spPr>
          <a:xfrm>
            <a:off x="54864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Egg</a:t>
            </a:r>
            <a:endParaRPr lang="en-US" sz="1100" dirty="0"/>
          </a:p>
        </p:txBody>
      </p:sp>
      <p:sp>
        <p:nvSpPr>
          <p:cNvPr id="7" name="Text 5"/>
          <p:cNvSpPr/>
          <p:nvPr/>
        </p:nvSpPr>
        <p:spPr>
          <a:xfrm>
            <a:off x="54864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Laid in water, hatches into tadpoles.</a:t>
            </a:r>
            <a:endParaRPr lang="en-US" sz="1000" dirty="0"/>
          </a:p>
        </p:txBody>
      </p:sp>
      <p:sp>
        <p:nvSpPr>
          <p:cNvPr id="8" name="Shape 6"/>
          <p:cNvSpPr/>
          <p:nvPr/>
        </p:nvSpPr>
        <p:spPr>
          <a:xfrm>
            <a:off x="2743200" y="1737360"/>
            <a:ext cx="457200" cy="457200"/>
          </a:xfrm>
          <a:prstGeom prst="ellipse">
            <a:avLst/>
          </a:prstGeom>
          <a:solidFill>
            <a:srgbClr val="033778"/>
          </a:solidFill>
          <a:ln/>
        </p:spPr>
      </p:sp>
      <p:sp>
        <p:nvSpPr>
          <p:cNvPr id="9" name="Text 7"/>
          <p:cNvSpPr/>
          <p:nvPr/>
        </p:nvSpPr>
        <p:spPr>
          <a:xfrm>
            <a:off x="274320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2</a:t>
            </a:r>
            <a:endParaRPr lang="en-US" sz="1400" dirty="0"/>
          </a:p>
        </p:txBody>
      </p:sp>
      <p:sp>
        <p:nvSpPr>
          <p:cNvPr id="10" name="Shape 8"/>
          <p:cNvSpPr/>
          <p:nvPr/>
        </p:nvSpPr>
        <p:spPr>
          <a:xfrm>
            <a:off x="3840480" y="1965960"/>
            <a:ext cx="91440" cy="0"/>
          </a:xfrm>
          <a:prstGeom prst="line">
            <a:avLst/>
          </a:prstGeom>
          <a:noFill/>
          <a:ln w="19050">
            <a:solidFill>
              <a:srgbClr val="033778"/>
            </a:solidFill>
            <a:prstDash val="solid"/>
          </a:ln>
        </p:spPr>
      </p:sp>
      <p:sp>
        <p:nvSpPr>
          <p:cNvPr id="11" name="Text 9"/>
          <p:cNvSpPr/>
          <p:nvPr/>
        </p:nvSpPr>
        <p:spPr>
          <a:xfrm>
            <a:off x="224028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Tadpole</a:t>
            </a:r>
            <a:endParaRPr lang="en-US" sz="1100" dirty="0"/>
          </a:p>
        </p:txBody>
      </p:sp>
      <p:sp>
        <p:nvSpPr>
          <p:cNvPr id="12" name="Text 10"/>
          <p:cNvSpPr/>
          <p:nvPr/>
        </p:nvSpPr>
        <p:spPr>
          <a:xfrm>
            <a:off x="224028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Aquatic stage, breathes through gills.</a:t>
            </a:r>
            <a:endParaRPr lang="en-US" sz="1000" dirty="0"/>
          </a:p>
        </p:txBody>
      </p:sp>
      <p:sp>
        <p:nvSpPr>
          <p:cNvPr id="13" name="Shape 11"/>
          <p:cNvSpPr/>
          <p:nvPr/>
        </p:nvSpPr>
        <p:spPr>
          <a:xfrm>
            <a:off x="4434840" y="1737360"/>
            <a:ext cx="457200" cy="457200"/>
          </a:xfrm>
          <a:prstGeom prst="ellipse">
            <a:avLst/>
          </a:prstGeom>
          <a:solidFill>
            <a:srgbClr val="033778"/>
          </a:solidFill>
          <a:ln/>
        </p:spPr>
      </p:sp>
      <p:sp>
        <p:nvSpPr>
          <p:cNvPr id="14" name="Text 12"/>
          <p:cNvSpPr/>
          <p:nvPr/>
        </p:nvSpPr>
        <p:spPr>
          <a:xfrm>
            <a:off x="443484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3</a:t>
            </a:r>
            <a:endParaRPr lang="en-US" sz="1400" dirty="0"/>
          </a:p>
        </p:txBody>
      </p:sp>
      <p:sp>
        <p:nvSpPr>
          <p:cNvPr id="15" name="Shape 13"/>
          <p:cNvSpPr/>
          <p:nvPr/>
        </p:nvSpPr>
        <p:spPr>
          <a:xfrm>
            <a:off x="5532120" y="1965960"/>
            <a:ext cx="91440" cy="0"/>
          </a:xfrm>
          <a:prstGeom prst="line">
            <a:avLst/>
          </a:prstGeom>
          <a:noFill/>
          <a:ln w="19050">
            <a:solidFill>
              <a:srgbClr val="033778"/>
            </a:solidFill>
            <a:prstDash val="solid"/>
          </a:ln>
        </p:spPr>
      </p:sp>
      <p:sp>
        <p:nvSpPr>
          <p:cNvPr id="16" name="Text 14"/>
          <p:cNvSpPr/>
          <p:nvPr/>
        </p:nvSpPr>
        <p:spPr>
          <a:xfrm>
            <a:off x="393192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Tadpole with Legs</a:t>
            </a:r>
            <a:endParaRPr lang="en-US" sz="1100" dirty="0"/>
          </a:p>
        </p:txBody>
      </p:sp>
      <p:sp>
        <p:nvSpPr>
          <p:cNvPr id="17" name="Text 15"/>
          <p:cNvSpPr/>
          <p:nvPr/>
        </p:nvSpPr>
        <p:spPr>
          <a:xfrm>
            <a:off x="393192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Develops legs, prepares for land.</a:t>
            </a:r>
            <a:endParaRPr lang="en-US" sz="1000" dirty="0"/>
          </a:p>
        </p:txBody>
      </p:sp>
      <p:sp>
        <p:nvSpPr>
          <p:cNvPr id="18" name="Shape 16"/>
          <p:cNvSpPr/>
          <p:nvPr/>
        </p:nvSpPr>
        <p:spPr>
          <a:xfrm>
            <a:off x="6126480" y="1737360"/>
            <a:ext cx="457200" cy="457200"/>
          </a:xfrm>
          <a:prstGeom prst="ellipse">
            <a:avLst/>
          </a:prstGeom>
          <a:solidFill>
            <a:srgbClr val="033778"/>
          </a:solidFill>
          <a:ln/>
        </p:spPr>
      </p:sp>
      <p:sp>
        <p:nvSpPr>
          <p:cNvPr id="19" name="Text 17"/>
          <p:cNvSpPr/>
          <p:nvPr/>
        </p:nvSpPr>
        <p:spPr>
          <a:xfrm>
            <a:off x="612648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4</a:t>
            </a:r>
            <a:endParaRPr lang="en-US" sz="1400" dirty="0"/>
          </a:p>
        </p:txBody>
      </p:sp>
      <p:sp>
        <p:nvSpPr>
          <p:cNvPr id="20" name="Shape 18"/>
          <p:cNvSpPr/>
          <p:nvPr/>
        </p:nvSpPr>
        <p:spPr>
          <a:xfrm>
            <a:off x="7223760" y="1965960"/>
            <a:ext cx="91440" cy="0"/>
          </a:xfrm>
          <a:prstGeom prst="line">
            <a:avLst/>
          </a:prstGeom>
          <a:noFill/>
          <a:ln w="19050">
            <a:solidFill>
              <a:srgbClr val="033778"/>
            </a:solidFill>
            <a:prstDash val="solid"/>
          </a:ln>
        </p:spPr>
      </p:sp>
      <p:sp>
        <p:nvSpPr>
          <p:cNvPr id="21" name="Text 19"/>
          <p:cNvSpPr/>
          <p:nvPr/>
        </p:nvSpPr>
        <p:spPr>
          <a:xfrm>
            <a:off x="562356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Froglet</a:t>
            </a:r>
            <a:endParaRPr lang="en-US" sz="1100" dirty="0"/>
          </a:p>
        </p:txBody>
      </p:sp>
      <p:sp>
        <p:nvSpPr>
          <p:cNvPr id="22" name="Text 20"/>
          <p:cNvSpPr/>
          <p:nvPr/>
        </p:nvSpPr>
        <p:spPr>
          <a:xfrm>
            <a:off x="562356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Resembles adult, small tail remains.</a:t>
            </a:r>
            <a:endParaRPr lang="en-US" sz="1000" dirty="0"/>
          </a:p>
        </p:txBody>
      </p:sp>
      <p:sp>
        <p:nvSpPr>
          <p:cNvPr id="23" name="Shape 21"/>
          <p:cNvSpPr/>
          <p:nvPr/>
        </p:nvSpPr>
        <p:spPr>
          <a:xfrm>
            <a:off x="7818120" y="1737360"/>
            <a:ext cx="457200" cy="457200"/>
          </a:xfrm>
          <a:prstGeom prst="ellipse">
            <a:avLst/>
          </a:prstGeom>
          <a:solidFill>
            <a:srgbClr val="033778"/>
          </a:solidFill>
          <a:ln/>
        </p:spPr>
      </p:sp>
      <p:sp>
        <p:nvSpPr>
          <p:cNvPr id="24" name="Text 22"/>
          <p:cNvSpPr/>
          <p:nvPr/>
        </p:nvSpPr>
        <p:spPr>
          <a:xfrm>
            <a:off x="781812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5</a:t>
            </a:r>
            <a:endParaRPr lang="en-US" sz="1400" dirty="0"/>
          </a:p>
        </p:txBody>
      </p:sp>
      <p:sp>
        <p:nvSpPr>
          <p:cNvPr id="25" name="Text 23"/>
          <p:cNvSpPr/>
          <p:nvPr/>
        </p:nvSpPr>
        <p:spPr>
          <a:xfrm>
            <a:off x="731520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Adult Frog</a:t>
            </a:r>
            <a:endParaRPr lang="en-US" sz="1100" dirty="0"/>
          </a:p>
        </p:txBody>
      </p:sp>
      <p:sp>
        <p:nvSpPr>
          <p:cNvPr id="26" name="Text 24"/>
          <p:cNvSpPr/>
          <p:nvPr/>
        </p:nvSpPr>
        <p:spPr>
          <a:xfrm>
            <a:off x="731520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Fully adapted to land and water.</a:t>
            </a:r>
            <a:endParaRPr lang="en-US" sz="1000" dirty="0"/>
          </a:p>
        </p:txBody>
      </p:sp>
      <p:sp>
        <p:nvSpPr>
          <p:cNvPr id="27" name="Text 25"/>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28" name="Text 26"/>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0"/>
            <a:ext cx="8229600" cy="731520"/>
          </a:xfrm>
          <a:prstGeom prst="rect">
            <a:avLst/>
          </a:prstGeom>
          <a:noFill/>
          <a:ln/>
        </p:spPr>
        <p:txBody>
          <a:bodyPr wrap="square" rtlCol="0" anchor="ctr"/>
          <a:lstStyle/>
          <a:p>
            <a:pPr algn="ctr" indent="0" marL="0">
              <a:buNone/>
            </a:pPr>
            <a:r>
              <a:rPr lang="en-US" sz="2400" b="1" dirty="0">
                <a:solidFill>
                  <a:srgbClr val="033778"/>
                </a:solidFill>
                <a:latin typeface="Source Sans Pro" pitchFamily="34" charset="0"/>
                <a:ea typeface="Source Sans Pro" pitchFamily="34" charset="-122"/>
                <a:cs typeface="Source Sans Pro" pitchFamily="34" charset="-120"/>
              </a:rPr>
              <a:t>Frogs: Nature's Marvel</a:t>
            </a:r>
            <a:endParaRPr lang="en-US" sz="2400" dirty="0"/>
          </a:p>
        </p:txBody>
      </p:sp>
      <p:sp>
        <p:nvSpPr>
          <p:cNvPr id="3" name="Text 1"/>
          <p:cNvSpPr/>
          <p:nvPr/>
        </p:nvSpPr>
        <p:spPr>
          <a:xfrm>
            <a:off x="1828800" y="2560320"/>
            <a:ext cx="5486400" cy="1371600"/>
          </a:xfrm>
          <a:prstGeom prst="rect">
            <a:avLst/>
          </a:prstGeom>
          <a:noFill/>
          <a:ln/>
        </p:spPr>
        <p:txBody>
          <a:bodyPr wrap="square" rtlCol="0" anchor="t"/>
          <a:lstStyle/>
          <a:p>
            <a:pPr algn="ctr" indent="0" marL="0">
              <a:buNone/>
            </a:pPr>
            <a:r>
              <a:rPr lang="en-US" sz="1200" dirty="0">
                <a:solidFill>
                  <a:srgbClr val="3C3C3B"/>
                </a:solidFill>
                <a:latin typeface="Source Sans Pro" pitchFamily="34" charset="0"/>
                <a:ea typeface="Source Sans Pro" pitchFamily="34" charset="-122"/>
                <a:cs typeface="Source Sans Pro" pitchFamily="34" charset="-120"/>
              </a:rPr>
              <a:t>The lifecycle of frogs is a testament to the wonders of adaptation and transformation in nature. Their ability to thrive in diverse environments highlights the resilience and complexity of amphibians. Frogs continue to captivate and inspire with their unique journey from egg to adult.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Fascinating Lifecycle of Frogs</dc:title>
  <dc:subject>PptxGenJS Presentation</dc:subject>
  <dc:creator>ERNI PPTX Generator</dc:creator>
  <cp:lastModifiedBy>ERNI PPTX Generator</cp:lastModifiedBy>
  <cp:revision>1</cp:revision>
  <dcterms:created xsi:type="dcterms:W3CDTF">2026-06-10T08:37:20Z</dcterms:created>
  <dcterms:modified xsi:type="dcterms:W3CDTF">2026-06-10T08:37:20Z</dcterms:modified>
</cp:coreProperties>
</file>