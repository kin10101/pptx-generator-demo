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Lifecycle of Frogs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Understanding the fascinating journey from egg to adult frog.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xtpedj\Desktop\PPTX-generator-demo\skill\erni-powerpoint-builder\assets\images\aqua-water-bubbles-8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0" y="457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Introduction to Frogs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89120" y="16459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Frogs are amphibians known for their unique lifecycle and adaptations.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Stage 1: Eggs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Vulnerability and Environmental Conditions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Frog eggs are laid in water and are vulnerable to environmental conditions.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Stage 2: Tadpoles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Aquatic Life and Breathing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Tadpoles hatch from eggs and live in water, breathing through gills.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Stage 3: Metamorphosis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Transition to Terrestrial Life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Tadpoles undergo metamorphosis, developing legs and lungs for terrestrial life.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Stage 4: Juvenile Frogs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Adaptation to Land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Young frogs adapt to life on land but remain close to water.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Adaptations for Survival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Camouflage and Vocal Sacs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Frogs have developed various adaptations like camouflage and vocal sacs.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Complete Frog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Better ask ERNI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B0B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377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Conclusion and Q&amp;A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C3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Frogs are a vital part of the ecosystem with a unique lifecycle. Let's discuss!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Lifecycle of Frogs</dc:title>
  <dc:subject>PptxGenJS Presentation</dc:subject>
  <dc:creator>ERNI PPTX Generator</dc:creator>
  <cp:lastModifiedBy>ERNI PPTX Generator</cp:lastModifiedBy>
  <cp:revision>1</cp:revision>
  <dcterms:created xsi:type="dcterms:W3CDTF">2026-06-10T08:20:10Z</dcterms:created>
  <dcterms:modified xsi:type="dcterms:W3CDTF">2026-06-10T08:20:10Z</dcterms:modified>
</cp:coreProperties>
</file>