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2"/>
  </p:notesMasterIdLst>
  <p:sldIdLst/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FFF74362-F451-4F61-B3CE-14F5E27E29FB}">
          <p14:sldIdLst>
            <p14:sldId id="321"/>
            <p14:sldId id="342"/>
            <p14:sldId id="343"/>
          </p14:sldIdLst>
        </p14:section>
        <p14:section name="About Us" id="{09D636FE-6E7C-4E89-9B9E-1C7ECB1D8624}">
          <p14:sldIdLst>
            <p14:sldId id="314"/>
            <p14:sldId id="335"/>
            <p14:sldId id="336"/>
            <p14:sldId id="344"/>
            <p14:sldId id="349"/>
            <p14:sldId id="306"/>
            <p14:sldId id="320"/>
            <p14:sldId id="267"/>
          </p14:sldIdLst>
        </p14:section>
        <p14:section name="Vision, Mission, Values" id="{86B34BAE-3B1E-4150-81B0-18A323C3D039}">
          <p14:sldIdLst>
            <p14:sldId id="315"/>
            <p14:sldId id="281"/>
            <p14:sldId id="278"/>
            <p14:sldId id="280"/>
            <p14:sldId id="310"/>
            <p14:sldId id="311"/>
          </p14:sldIdLst>
        </p14:section>
        <p14:section name="Service Portfolio" id="{7736073E-A4B1-4B07-853B-4709E83DA733}">
          <p14:sldIdLst>
            <p14:sldId id="316"/>
            <p14:sldId id="351"/>
            <p14:sldId id="340"/>
            <p14:sldId id="337"/>
            <p14:sldId id="307"/>
            <p14:sldId id="341"/>
            <p14:sldId id="284"/>
            <p14:sldId id="300"/>
            <p14:sldId id="350"/>
            <p14:sldId id="329"/>
            <p14:sldId id="296"/>
            <p14:sldId id="324"/>
          </p14:sldIdLst>
        </p14:section>
        <p14:section name="Back Covers" id="{9430BC36-E255-4BCF-9D25-BBA3501E24A6}">
          <p14:sldIdLst>
            <p14:sldId id="276"/>
            <p14:sldId id="277"/>
            <p14:sldId id="304"/>
          </p14:sldIdLst>
        </p14:section>
        <p14:section name="Inspirations" id="{D2AAE8CB-DF7A-4C86-96A9-80A6EB2D8F4E}">
          <p14:sldIdLst>
            <p14:sldId id="346"/>
            <p14:sldId id="347"/>
            <p14:sldId id="348"/>
          </p14:sldIdLst>
        </p14:section>
        <p14:section name="Market Units Maps" id="{25EFD89D-BB8D-4A0F-96F6-10AF97A50E7E}">
          <p14:sldIdLst>
            <p14:sldId id="259"/>
            <p14:sldId id="265"/>
            <p14:sldId id="258"/>
            <p14:sldId id="261"/>
            <p14:sldId id="266"/>
            <p14:sldId id="262"/>
            <p14:sldId id="263"/>
            <p14:sldId id="352"/>
            <p14:sldId id="264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orient="horz" pos="160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72CA29-4BDC-FB68-26E2-28CE748313DE}" name="Reinhard Nicola (ERNI)" initials="NR" userId="S::nicola.reinhard@betterask.erni::65ff10e8-f58d-4d4b-94be-f530b4cda8f8" providerId="AD"/>
  <p188:author id="{7A4D944A-A488-A146-CD6C-AFF4A9E77927}" name="Ventura Sanchez Mireia (ERNI)" initials="" userId="S::mireia.ventura@betterask.erni::448034fa-6072-4ad7-a466-03adb5f90b62" providerId="AD"/>
  <p188:author id="{24147A95-13C7-828F-60AE-7C26A1EB8079}" name="Müller Katarina (ERNI)" initials="M(" userId="S::katarina.mueller@betterask.erni::ca99f1ef-6fb0-4620-9dd9-625e1ddce618" providerId="AD"/>
  <p188:author id="{CCCA93EC-7E0D-3367-FA0A-A24CEEC94A43}" name="Abrhanová Tatiana (eMarket)" initials="TA" userId="S::tatiana.abrhanova@emarket.erni::e765db32-d6f9-47a4-bcce-e1157fce4c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5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8FF16-B4B7-4BD9-B303-35803D7264C9}" v="3" dt="2025-10-17T07:57:33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5" d="100"/>
          <a:sy n="35" d="100"/>
        </p:scale>
        <p:origin x="536" y="88"/>
      </p:cViewPr>
      <p:guideLst>
        <p:guide orient="horz" pos="4320"/>
        <p:guide pos="7680"/>
        <p:guide orient="horz" pos="1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5/10/relationships/revisionInfo" Target="revisionInfo.xml"/><Relationship Id="rId58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B4C0A-34A0-43E2-9885-8B92E3EC818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B86C8-FD52-4F5B-9133-6B3C46B1D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8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facebook.com/ERNIgroup" TargetMode="External"/><Relationship Id="rId3" Type="http://schemas.openxmlformats.org/officeDocument/2006/relationships/hyperlink" Target="https://www.instagram.com/ernigroup/" TargetMode="External"/><Relationship Id="rId4" Type="http://schemas.openxmlformats.org/officeDocument/2006/relationships/hyperlink" Target="https://www.linkedin.com/company/erni/" TargetMode="External"/><Relationship Id="rId5" Type="http://schemas.openxmlformats.org/officeDocument/2006/relationships/hyperlink" Target="https://x.com/i/flow/login?redirect_after_login=%2FERNI" TargetMode="External"/><Relationship Id="rId6" Type="http://schemas.openxmlformats.org/officeDocument/2006/relationships/hyperlink" Target="https://www.youtube.com/user/ERNIConsulting" TargetMode="External"/><Relationship Id="rId7" Type="http://schemas.openxmlformats.org/officeDocument/2006/relationships/image" Target="../media/image7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Cover Layout 1 (With Picture, Title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4079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C59AB515-9D56-93D8-E8C3-21A0FED004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12407900" y="0"/>
            <a:ext cx="11976100" cy="13716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817C3209-9BA3-E60E-337B-638062DC50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100" y="10098000"/>
            <a:ext cx="11303000" cy="24877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767" y="4913313"/>
            <a:ext cx="11304100" cy="39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cover title</a:t>
            </a:r>
          </a:p>
        </p:txBody>
      </p:sp>
      <p:pic>
        <p:nvPicPr>
          <p:cNvPr id="14" name="ERNI" descr="Imagen">
            <a:extLst>
              <a:ext uri="{FF2B5EF4-FFF2-40B4-BE49-F238E27FC236}">
                <a16:creationId xmlns:a16="http://schemas.microsoft.com/office/drawing/2014/main" id="{D721AFF2-9D21-F6C8-0AF5-E935789BA2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3865" y="812800"/>
            <a:ext cx="3876582" cy="1005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58069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Cover Layout 2 (White, Title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11" name="Swiss Engineering">
            <a:extLst>
              <a:ext uri="{FF2B5EF4-FFF2-40B4-BE49-F238E27FC236}">
                <a16:creationId xmlns:a16="http://schemas.microsoft.com/office/drawing/2014/main" id="{DBE56719-90ED-0714-FFBB-E1D0D7EDD4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3156902" y="5422900"/>
            <a:ext cx="553998" cy="6311998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vert270" wrap="square" lIns="0" tIns="0" rIns="0" bIns="0">
            <a:sp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noProof="0">
                <a:solidFill>
                  <a:schemeClr val="tx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pic>
        <p:nvPicPr>
          <p:cNvPr id="14" name="ERNI" descr="Imagen">
            <a:extLst>
              <a:ext uri="{FF2B5EF4-FFF2-40B4-BE49-F238E27FC236}">
                <a16:creationId xmlns:a16="http://schemas.microsoft.com/office/drawing/2014/main" id="{D721AFF2-9D21-F6C8-0AF5-E935789BA2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865" y="812800"/>
            <a:ext cx="3876582" cy="10052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4DFC051-3274-003B-79F6-F0DA3AA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767" y="4913313"/>
            <a:ext cx="11304100" cy="39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cover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34DBF7A-410D-8C9B-CD49-571EEF1AF6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100" y="10098000"/>
            <a:ext cx="11303000" cy="24877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21532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Cover Layout 3 (White, Title and Subtitle on the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9EDF67B1-CF56-E4E7-1BAD-E94A834DEA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12407900" y="10098000"/>
            <a:ext cx="11303000" cy="24877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7900" y="4913313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cover title</a:t>
            </a:r>
          </a:p>
        </p:txBody>
      </p:sp>
      <p:sp>
        <p:nvSpPr>
          <p:cNvPr id="11" name="Swiss Engineering">
            <a:extLst>
              <a:ext uri="{FF2B5EF4-FFF2-40B4-BE49-F238E27FC236}">
                <a16:creationId xmlns:a16="http://schemas.microsoft.com/office/drawing/2014/main" id="{DBE56719-90ED-0714-FFBB-E1D0D7EDD4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7378700" cy="578678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squar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noProof="0">
                <a:solidFill>
                  <a:schemeClr val="tx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pic>
        <p:nvPicPr>
          <p:cNvPr id="14" name="ERNI" descr="Imagen">
            <a:extLst>
              <a:ext uri="{FF2B5EF4-FFF2-40B4-BE49-F238E27FC236}">
                <a16:creationId xmlns:a16="http://schemas.microsoft.com/office/drawing/2014/main" id="{D721AFF2-9D21-F6C8-0AF5-E935789BA2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865" y="812800"/>
            <a:ext cx="3876582" cy="1005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9581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Index Layout 1a (Picture, 4 items on the right)</a:t>
            </a:r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030D37F-DFB4-4D51-38C7-67CEF54A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1976100" cy="13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8" name="Line 04 Bottom">
            <a:extLst>
              <a:ext uri="{FF2B5EF4-FFF2-40B4-BE49-F238E27FC236}">
                <a16:creationId xmlns:a16="http://schemas.microsoft.com/office/drawing/2014/main" id="{032FB1AA-63EC-D0A2-FF0D-DC021BFC7AC9}"/>
              </a:ext>
            </a:extLst>
          </p:cNvPr>
          <p:cNvSpPr>
            <a:spLocks/>
          </p:cNvSpPr>
          <p:nvPr userDrawn="1"/>
        </p:nvSpPr>
        <p:spPr>
          <a:xfrm>
            <a:off x="12407900" y="1261800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2" name="Item 04 Placeholder">
            <a:extLst>
              <a:ext uri="{FF2B5EF4-FFF2-40B4-BE49-F238E27FC236}">
                <a16:creationId xmlns:a16="http://schemas.microsoft.com/office/drawing/2014/main" id="{4273C925-C310-7D15-85B9-28781F9AB1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75458" y="116738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Number 04">
            <a:extLst>
              <a:ext uri="{FF2B5EF4-FFF2-40B4-BE49-F238E27FC236}">
                <a16:creationId xmlns:a16="http://schemas.microsoft.com/office/drawing/2014/main" id="{88FC8C7C-7AAB-DE11-ABC1-EE32E94E1FF6}"/>
              </a:ext>
            </a:extLst>
          </p:cNvPr>
          <p:cNvSpPr txBox="1">
            <a:spLocks/>
          </p:cNvSpPr>
          <p:nvPr userDrawn="1"/>
        </p:nvSpPr>
        <p:spPr>
          <a:xfrm>
            <a:off x="12422750" y="11549046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6" name="Line 04">
            <a:extLst>
              <a:ext uri="{FF2B5EF4-FFF2-40B4-BE49-F238E27FC236}">
                <a16:creationId xmlns:a16="http://schemas.microsoft.com/office/drawing/2014/main" id="{D29AA713-2734-60D5-A92C-3BDEAF69DA28}"/>
              </a:ext>
            </a:extLst>
          </p:cNvPr>
          <p:cNvSpPr>
            <a:spLocks/>
          </p:cNvSpPr>
          <p:nvPr userDrawn="1"/>
        </p:nvSpPr>
        <p:spPr>
          <a:xfrm>
            <a:off x="12407900" y="11428082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1" name="Item 03 Placeholder">
            <a:extLst>
              <a:ext uri="{FF2B5EF4-FFF2-40B4-BE49-F238E27FC236}">
                <a16:creationId xmlns:a16="http://schemas.microsoft.com/office/drawing/2014/main" id="{AF72507A-ECD7-4D5E-3450-C986BBAD07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1000" y="10494316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Number 03">
            <a:extLst>
              <a:ext uri="{FF2B5EF4-FFF2-40B4-BE49-F238E27FC236}">
                <a16:creationId xmlns:a16="http://schemas.microsoft.com/office/drawing/2014/main" id="{8486CF74-BC85-2355-18EE-652A5E806A27}"/>
              </a:ext>
            </a:extLst>
          </p:cNvPr>
          <p:cNvSpPr txBox="1">
            <a:spLocks/>
          </p:cNvSpPr>
          <p:nvPr userDrawn="1"/>
        </p:nvSpPr>
        <p:spPr>
          <a:xfrm>
            <a:off x="12422750" y="10392651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9" name="Line 03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3" name="Item 02 Placeholder">
            <a:extLst>
              <a:ext uri="{FF2B5EF4-FFF2-40B4-BE49-F238E27FC236}">
                <a16:creationId xmlns:a16="http://schemas.microsoft.com/office/drawing/2014/main" id="{669FAB9A-C5FB-3456-94B3-B2CBDDD19D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75458" y="9345527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Number 02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8" name="Line 02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1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5850" y="81552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Number 01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6" name="Line 01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Title Placeholder">
            <a:extLst>
              <a:ext uri="{FF2B5EF4-FFF2-40B4-BE49-F238E27FC236}">
                <a16:creationId xmlns:a16="http://schemas.microsoft.com/office/drawing/2014/main" id="{92FCC2B1-E157-B71E-1EC8-267F2D6E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5700" y="2058300"/>
            <a:ext cx="11305200" cy="4318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the index title (e.g. “Index”)</a:t>
            </a:r>
          </a:p>
        </p:txBody>
      </p:sp>
      <p:sp>
        <p:nvSpPr>
          <p:cNvPr id="28" name="Slide Number Placeholder">
            <a:extLst>
              <a:ext uri="{FF2B5EF4-FFF2-40B4-BE49-F238E27FC236}">
                <a16:creationId xmlns:a16="http://schemas.microsoft.com/office/drawing/2014/main" id="{23462F4B-1F7F-5DCC-9510-5518A865A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2199600" y="812800"/>
            <a:ext cx="1511300" cy="276999"/>
          </a:xfrm>
          <a:noFill/>
        </p:spPr>
        <p:txBody>
          <a:bodyPr lIns="0" tIns="0" rIns="0" bIns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etter ask ERNI">
            <a:extLst>
              <a:ext uri="{FF2B5EF4-FFF2-40B4-BE49-F238E27FC236}">
                <a16:creationId xmlns:a16="http://schemas.microsoft.com/office/drawing/2014/main" id="{33645D9F-47EB-595D-AD49-FCCE349263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</p:spTree>
    <p:extLst>
      <p:ext uri="{BB962C8B-B14F-4D97-AF65-F5344CB8AC3E}">
        <p14:creationId xmlns:p14="http://schemas.microsoft.com/office/powerpoint/2010/main" val="1150223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1b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Index Layout 1b (Picture, 3 items on the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030D37F-DFB4-4D51-38C7-67CEF54A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1976100" cy="13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6" name="Line 04">
            <a:extLst>
              <a:ext uri="{FF2B5EF4-FFF2-40B4-BE49-F238E27FC236}">
                <a16:creationId xmlns:a16="http://schemas.microsoft.com/office/drawing/2014/main" id="{D29AA713-2734-60D5-A92C-3BDEAF69DA28}"/>
              </a:ext>
            </a:extLst>
          </p:cNvPr>
          <p:cNvSpPr>
            <a:spLocks/>
          </p:cNvSpPr>
          <p:nvPr userDrawn="1"/>
        </p:nvSpPr>
        <p:spPr>
          <a:xfrm>
            <a:off x="12407900" y="11428082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15" name="Number 03">
            <a:extLst>
              <a:ext uri="{FF2B5EF4-FFF2-40B4-BE49-F238E27FC236}">
                <a16:creationId xmlns:a16="http://schemas.microsoft.com/office/drawing/2014/main" id="{8486CF74-BC85-2355-18EE-652A5E806A27}"/>
              </a:ext>
            </a:extLst>
          </p:cNvPr>
          <p:cNvSpPr txBox="1">
            <a:spLocks/>
          </p:cNvSpPr>
          <p:nvPr userDrawn="1"/>
        </p:nvSpPr>
        <p:spPr>
          <a:xfrm>
            <a:off x="12422750" y="10392651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9" name="Line 03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12" name="Number 02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8" name="Line 02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Number 01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6" name="Line 01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8" name="Slide Number Placeholder">
            <a:extLst>
              <a:ext uri="{FF2B5EF4-FFF2-40B4-BE49-F238E27FC236}">
                <a16:creationId xmlns:a16="http://schemas.microsoft.com/office/drawing/2014/main" id="{23462F4B-1F7F-5DCC-9510-5518A865A3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2199600" y="812800"/>
            <a:ext cx="1511300" cy="276999"/>
          </a:xfrm>
          <a:noFill/>
        </p:spPr>
        <p:txBody>
          <a:bodyPr lIns="0" tIns="0" rIns="0" bIns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Better ask ERNI">
            <a:extLst>
              <a:ext uri="{FF2B5EF4-FFF2-40B4-BE49-F238E27FC236}">
                <a16:creationId xmlns:a16="http://schemas.microsoft.com/office/drawing/2014/main" id="{180E6CDC-D3EB-39A0-05B8-FF1B636B7A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5FD03223-94C7-62C2-ACB6-63678ECC69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5700" y="2058300"/>
            <a:ext cx="11305200" cy="4318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the index title (e.g. “Index”)</a:t>
            </a:r>
          </a:p>
        </p:txBody>
      </p:sp>
      <p:sp>
        <p:nvSpPr>
          <p:cNvPr id="2" name="Item 01 Placeholder">
            <a:extLst>
              <a:ext uri="{FF2B5EF4-FFF2-40B4-BE49-F238E27FC236}">
                <a16:creationId xmlns:a16="http://schemas.microsoft.com/office/drawing/2014/main" id="{D0CDA3BA-0749-AFA4-F58E-57F255A470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5850" y="81552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Item 02 Placeholder">
            <a:extLst>
              <a:ext uri="{FF2B5EF4-FFF2-40B4-BE49-F238E27FC236}">
                <a16:creationId xmlns:a16="http://schemas.microsoft.com/office/drawing/2014/main" id="{AFA7D236-1CAD-0580-CDF5-46B12F1BA2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75458" y="9345527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Item 03 Placeholder">
            <a:extLst>
              <a:ext uri="{FF2B5EF4-FFF2-40B4-BE49-F238E27FC236}">
                <a16:creationId xmlns:a16="http://schemas.microsoft.com/office/drawing/2014/main" id="{0A253E69-EAF9-9FBA-13BE-4B06E9A1FC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1000" y="10494316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5270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1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Index Layout 1c (Picture, 2 items on the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030D37F-DFB4-4D51-38C7-67CEF54A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1976100" cy="13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Line 03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12" name="Number 02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8" name="Line 02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Number 01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6" name="Line 01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8" name="Slide Number Placeholder">
            <a:extLst>
              <a:ext uri="{FF2B5EF4-FFF2-40B4-BE49-F238E27FC236}">
                <a16:creationId xmlns:a16="http://schemas.microsoft.com/office/drawing/2014/main" id="{23462F4B-1F7F-5DCC-9510-5518A865A3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2199600" y="812800"/>
            <a:ext cx="1511300" cy="276999"/>
          </a:xfrm>
          <a:noFill/>
        </p:spPr>
        <p:txBody>
          <a:bodyPr lIns="0" tIns="0" rIns="0" bIns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etter ask ERNI">
            <a:extLst>
              <a:ext uri="{FF2B5EF4-FFF2-40B4-BE49-F238E27FC236}">
                <a16:creationId xmlns:a16="http://schemas.microsoft.com/office/drawing/2014/main" id="{81F3A820-D5A0-CD5A-E67C-C7344874E2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F05837A2-2086-1902-70B1-78E9F8F5CB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5700" y="2058300"/>
            <a:ext cx="11305200" cy="4318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the index title (e.g. “Index”)</a:t>
            </a:r>
          </a:p>
        </p:txBody>
      </p:sp>
      <p:sp>
        <p:nvSpPr>
          <p:cNvPr id="5" name="Item 01 Placeholder">
            <a:extLst>
              <a:ext uri="{FF2B5EF4-FFF2-40B4-BE49-F238E27FC236}">
                <a16:creationId xmlns:a16="http://schemas.microsoft.com/office/drawing/2014/main" id="{2649215A-C9E9-1283-61AA-96781253EF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5850" y="81552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Item 02 Placeholder">
            <a:extLst>
              <a:ext uri="{FF2B5EF4-FFF2-40B4-BE49-F238E27FC236}">
                <a16:creationId xmlns:a16="http://schemas.microsoft.com/office/drawing/2014/main" id="{66A38544-8B50-099E-33A0-A12880A72C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75458" y="9345527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4549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1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Index Layout 1d (Picture, 1 items on the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030D37F-DFB4-4D51-38C7-67CEF54A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1976100" cy="13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Line 02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Number 01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6" name="Line 01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8" name="Slide Number Placeholder">
            <a:extLst>
              <a:ext uri="{FF2B5EF4-FFF2-40B4-BE49-F238E27FC236}">
                <a16:creationId xmlns:a16="http://schemas.microsoft.com/office/drawing/2014/main" id="{23462F4B-1F7F-5DCC-9510-5518A865A3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2199600" y="812800"/>
            <a:ext cx="1511300" cy="276999"/>
          </a:xfrm>
          <a:noFill/>
        </p:spPr>
        <p:txBody>
          <a:bodyPr lIns="0" tIns="0" rIns="0" bIns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etter ask ERNI">
            <a:extLst>
              <a:ext uri="{FF2B5EF4-FFF2-40B4-BE49-F238E27FC236}">
                <a16:creationId xmlns:a16="http://schemas.microsoft.com/office/drawing/2014/main" id="{085A2195-3DF6-28EA-E4A8-61AA4B8986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7211DD6A-3F1A-61FB-7D09-35AA083CC9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5700" y="2058300"/>
            <a:ext cx="11305200" cy="4318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the index title (e.g. “Index”)</a:t>
            </a:r>
          </a:p>
        </p:txBody>
      </p:sp>
      <p:sp>
        <p:nvSpPr>
          <p:cNvPr id="3" name="Item 01 Placeholder">
            <a:extLst>
              <a:ext uri="{FF2B5EF4-FFF2-40B4-BE49-F238E27FC236}">
                <a16:creationId xmlns:a16="http://schemas.microsoft.com/office/drawing/2014/main" id="{7A4052A8-F9E8-CB76-1329-04167F5728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5850" y="81552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726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Index Layout 2a (8 items on both sides)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18" name="Line 08 Bottom">
            <a:extLst>
              <a:ext uri="{FF2B5EF4-FFF2-40B4-BE49-F238E27FC236}">
                <a16:creationId xmlns:a16="http://schemas.microsoft.com/office/drawing/2014/main" id="{032FB1AA-63EC-D0A2-FF0D-DC021BFC7A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261800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2" name="Item 08 Placeholder">
            <a:extLst>
              <a:ext uri="{FF2B5EF4-FFF2-40B4-BE49-F238E27FC236}">
                <a16:creationId xmlns:a16="http://schemas.microsoft.com/office/drawing/2014/main" id="{4273C925-C310-7D15-85B9-28781F9AB1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65850" y="1165071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Number 08">
            <a:extLst>
              <a:ext uri="{FF2B5EF4-FFF2-40B4-BE49-F238E27FC236}">
                <a16:creationId xmlns:a16="http://schemas.microsoft.com/office/drawing/2014/main" id="{88FC8C7C-7AAB-DE11-ABC1-EE32E94E1F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11549046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08</a:t>
            </a:r>
          </a:p>
        </p:txBody>
      </p:sp>
      <p:sp>
        <p:nvSpPr>
          <p:cNvPr id="16" name="Line 08">
            <a:extLst>
              <a:ext uri="{FF2B5EF4-FFF2-40B4-BE49-F238E27FC236}">
                <a16:creationId xmlns:a16="http://schemas.microsoft.com/office/drawing/2014/main" id="{D29AA713-2734-60D5-A92C-3BDEAF69DA28}"/>
              </a:ext>
            </a:extLst>
          </p:cNvPr>
          <p:cNvSpPr>
            <a:spLocks/>
          </p:cNvSpPr>
          <p:nvPr userDrawn="1"/>
        </p:nvSpPr>
        <p:spPr>
          <a:xfrm>
            <a:off x="12407900" y="11428082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1" name="Item 07 Placeholder">
            <a:extLst>
              <a:ext uri="{FF2B5EF4-FFF2-40B4-BE49-F238E27FC236}">
                <a16:creationId xmlns:a16="http://schemas.microsoft.com/office/drawing/2014/main" id="{AF72507A-ECD7-4D5E-3450-C986BBAD07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1000" y="10494140"/>
            <a:ext cx="9358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Number 07">
            <a:extLst>
              <a:ext uri="{FF2B5EF4-FFF2-40B4-BE49-F238E27FC236}">
                <a16:creationId xmlns:a16="http://schemas.microsoft.com/office/drawing/2014/main" id="{8486CF74-BC85-2355-18EE-652A5E806A27}"/>
              </a:ext>
            </a:extLst>
          </p:cNvPr>
          <p:cNvSpPr txBox="1">
            <a:spLocks/>
          </p:cNvSpPr>
          <p:nvPr userDrawn="1"/>
        </p:nvSpPr>
        <p:spPr>
          <a:xfrm>
            <a:off x="12422750" y="10392651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07</a:t>
            </a:r>
          </a:p>
        </p:txBody>
      </p:sp>
      <p:sp>
        <p:nvSpPr>
          <p:cNvPr id="9" name="Line 07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3" name="Item 06 Placeholder">
            <a:extLst>
              <a:ext uri="{FF2B5EF4-FFF2-40B4-BE49-F238E27FC236}">
                <a16:creationId xmlns:a16="http://schemas.microsoft.com/office/drawing/2014/main" id="{669FAB9A-C5FB-3456-94B3-B2CBDDD19D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51000" y="937800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Number 06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06</a:t>
            </a:r>
          </a:p>
        </p:txBody>
      </p:sp>
      <p:sp>
        <p:nvSpPr>
          <p:cNvPr id="8" name="Line 06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5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51000" y="818716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Number 05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05</a:t>
            </a:r>
          </a:p>
        </p:txBody>
      </p:sp>
      <p:sp>
        <p:nvSpPr>
          <p:cNvPr id="6" name="Line 05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" name="Line 04 Bottom">
            <a:extLst>
              <a:ext uri="{FF2B5EF4-FFF2-40B4-BE49-F238E27FC236}">
                <a16:creationId xmlns:a16="http://schemas.microsoft.com/office/drawing/2014/main" id="{141BE94D-B6FB-73D4-2F8A-88F502FEF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2606788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Item 04 Placeholder">
            <a:extLst>
              <a:ext uri="{FF2B5EF4-FFF2-40B4-BE49-F238E27FC236}">
                <a16:creationId xmlns:a16="http://schemas.microsoft.com/office/drawing/2014/main" id="{A0752722-2944-D17E-5F08-539302AAF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4300" y="11660687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Number 04">
            <a:extLst>
              <a:ext uri="{FF2B5EF4-FFF2-40B4-BE49-F238E27FC236}">
                <a16:creationId xmlns:a16="http://schemas.microsoft.com/office/drawing/2014/main" id="{85167B86-B91F-670D-B079-4422974C4A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11537834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7" name="Line 04">
            <a:extLst>
              <a:ext uri="{FF2B5EF4-FFF2-40B4-BE49-F238E27FC236}">
                <a16:creationId xmlns:a16="http://schemas.microsoft.com/office/drawing/2014/main" id="{84416303-3690-1D7C-8644-47DD6D1BD1A4}"/>
              </a:ext>
            </a:extLst>
          </p:cNvPr>
          <p:cNvSpPr>
            <a:spLocks/>
          </p:cNvSpPr>
          <p:nvPr userDrawn="1"/>
        </p:nvSpPr>
        <p:spPr>
          <a:xfrm>
            <a:off x="692274" y="1141687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0" name="Item 03 Placeholder">
            <a:extLst>
              <a:ext uri="{FF2B5EF4-FFF2-40B4-BE49-F238E27FC236}">
                <a16:creationId xmlns:a16="http://schemas.microsoft.com/office/drawing/2014/main" id="{BF2B6BC9-0BC6-BEC3-E42C-BA721E3C70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4300" y="1050266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Number 03">
            <a:extLst>
              <a:ext uri="{FF2B5EF4-FFF2-40B4-BE49-F238E27FC236}">
                <a16:creationId xmlns:a16="http://schemas.microsoft.com/office/drawing/2014/main" id="{74E53F15-66EC-A549-35DF-187470756361}"/>
              </a:ext>
            </a:extLst>
          </p:cNvPr>
          <p:cNvSpPr txBox="1">
            <a:spLocks/>
          </p:cNvSpPr>
          <p:nvPr userDrawn="1"/>
        </p:nvSpPr>
        <p:spPr>
          <a:xfrm>
            <a:off x="707124" y="10381439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26" name="Line 03">
            <a:extLst>
              <a:ext uri="{FF2B5EF4-FFF2-40B4-BE49-F238E27FC236}">
                <a16:creationId xmlns:a16="http://schemas.microsoft.com/office/drawing/2014/main" id="{EF6D0D95-7B35-F0FE-F33A-9EA57509C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0278515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Item 02 Placeholder">
            <a:extLst>
              <a:ext uri="{FF2B5EF4-FFF2-40B4-BE49-F238E27FC236}">
                <a16:creationId xmlns:a16="http://schemas.microsoft.com/office/drawing/2014/main" id="{D5831148-B156-D12F-637F-915ABA2D2C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54300" y="936678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Number 02">
            <a:extLst>
              <a:ext uri="{FF2B5EF4-FFF2-40B4-BE49-F238E27FC236}">
                <a16:creationId xmlns:a16="http://schemas.microsoft.com/office/drawing/2014/main" id="{48F0A600-3871-6E35-5A8A-AFB539BF0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9177810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29" name="Line 02">
            <a:extLst>
              <a:ext uri="{FF2B5EF4-FFF2-40B4-BE49-F238E27FC236}">
                <a16:creationId xmlns:a16="http://schemas.microsoft.com/office/drawing/2014/main" id="{ADBD0512-153D-3590-8A85-38A596902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9088596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0" name="Item 01 Placeholder">
            <a:extLst>
              <a:ext uri="{FF2B5EF4-FFF2-40B4-BE49-F238E27FC236}">
                <a16:creationId xmlns:a16="http://schemas.microsoft.com/office/drawing/2014/main" id="{382FE2D6-8E2F-BD9B-95D1-CEE501AB65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54300" y="817594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Number 01">
            <a:extLst>
              <a:ext uri="{FF2B5EF4-FFF2-40B4-BE49-F238E27FC236}">
                <a16:creationId xmlns:a16="http://schemas.microsoft.com/office/drawing/2014/main" id="{D960BCFC-CA67-6B05-22C4-D6ADFD0B91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8027765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32" name="Line 01">
            <a:extLst>
              <a:ext uri="{FF2B5EF4-FFF2-40B4-BE49-F238E27FC236}">
                <a16:creationId xmlns:a16="http://schemas.microsoft.com/office/drawing/2014/main" id="{3A80EBDF-78EB-8824-B5FC-D3FC12DFE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7926860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4" name="Better ask ERNI">
            <a:extLst>
              <a:ext uri="{FF2B5EF4-FFF2-40B4-BE49-F238E27FC236}">
                <a16:creationId xmlns:a16="http://schemas.microsoft.com/office/drawing/2014/main" id="{259B25B0-E741-8B45-9E7C-D05E2AD6D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A800E514-4AD1-5A29-1DDF-8B94EF2A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6" name="Index Title Placeholder">
            <a:extLst>
              <a:ext uri="{FF2B5EF4-FFF2-40B4-BE49-F238E27FC236}">
                <a16:creationId xmlns:a16="http://schemas.microsoft.com/office/drawing/2014/main" id="{FB660F81-3279-98D2-D275-530C5A04E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72000" y="2064893"/>
            <a:ext cx="23038900" cy="290308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cover title (e.g. “Index”)</a:t>
            </a:r>
          </a:p>
        </p:txBody>
      </p:sp>
    </p:spTree>
    <p:extLst>
      <p:ext uri="{BB962C8B-B14F-4D97-AF65-F5344CB8AC3E}">
        <p14:creationId xmlns:p14="http://schemas.microsoft.com/office/powerpoint/2010/main" val="3513632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Index Layout 2b (7 items on both sides)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16" name="Line 08">
            <a:extLst>
              <a:ext uri="{FF2B5EF4-FFF2-40B4-BE49-F238E27FC236}">
                <a16:creationId xmlns:a16="http://schemas.microsoft.com/office/drawing/2014/main" id="{D29AA713-2734-60D5-A92C-3BDEAF69D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1428082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1" name="Item 07 Placeholder">
            <a:extLst>
              <a:ext uri="{FF2B5EF4-FFF2-40B4-BE49-F238E27FC236}">
                <a16:creationId xmlns:a16="http://schemas.microsoft.com/office/drawing/2014/main" id="{AF72507A-ECD7-4D5E-3450-C986BBAD07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1000" y="10494140"/>
            <a:ext cx="9358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Number 07">
            <a:extLst>
              <a:ext uri="{FF2B5EF4-FFF2-40B4-BE49-F238E27FC236}">
                <a16:creationId xmlns:a16="http://schemas.microsoft.com/office/drawing/2014/main" id="{8486CF74-BC85-2355-18EE-652A5E806A27}"/>
              </a:ext>
            </a:extLst>
          </p:cNvPr>
          <p:cNvSpPr txBox="1">
            <a:spLocks/>
          </p:cNvSpPr>
          <p:nvPr userDrawn="1"/>
        </p:nvSpPr>
        <p:spPr>
          <a:xfrm>
            <a:off x="12422750" y="10392651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07</a:t>
            </a:r>
          </a:p>
        </p:txBody>
      </p:sp>
      <p:sp>
        <p:nvSpPr>
          <p:cNvPr id="9" name="Line 07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3" name="Item 06 Placeholder">
            <a:extLst>
              <a:ext uri="{FF2B5EF4-FFF2-40B4-BE49-F238E27FC236}">
                <a16:creationId xmlns:a16="http://schemas.microsoft.com/office/drawing/2014/main" id="{669FAB9A-C5FB-3456-94B3-B2CBDDD19D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51000" y="937800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Number 06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06</a:t>
            </a:r>
          </a:p>
        </p:txBody>
      </p:sp>
      <p:sp>
        <p:nvSpPr>
          <p:cNvPr id="8" name="Line 06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5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51000" y="818716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Number 05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05</a:t>
            </a:r>
          </a:p>
        </p:txBody>
      </p:sp>
      <p:sp>
        <p:nvSpPr>
          <p:cNvPr id="6" name="Line 05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" name="Line 04 Bottom">
            <a:extLst>
              <a:ext uri="{FF2B5EF4-FFF2-40B4-BE49-F238E27FC236}">
                <a16:creationId xmlns:a16="http://schemas.microsoft.com/office/drawing/2014/main" id="{141BE94D-B6FB-73D4-2F8A-88F502FEF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2606788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Item 04 Placeholder">
            <a:extLst>
              <a:ext uri="{FF2B5EF4-FFF2-40B4-BE49-F238E27FC236}">
                <a16:creationId xmlns:a16="http://schemas.microsoft.com/office/drawing/2014/main" id="{A0752722-2944-D17E-5F08-539302AAF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4300" y="11660687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Number 04">
            <a:extLst>
              <a:ext uri="{FF2B5EF4-FFF2-40B4-BE49-F238E27FC236}">
                <a16:creationId xmlns:a16="http://schemas.microsoft.com/office/drawing/2014/main" id="{85167B86-B91F-670D-B079-4422974C4A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11537834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7" name="Line 04">
            <a:extLst>
              <a:ext uri="{FF2B5EF4-FFF2-40B4-BE49-F238E27FC236}">
                <a16:creationId xmlns:a16="http://schemas.microsoft.com/office/drawing/2014/main" id="{84416303-3690-1D7C-8644-47DD6D1BD1A4}"/>
              </a:ext>
            </a:extLst>
          </p:cNvPr>
          <p:cNvSpPr>
            <a:spLocks/>
          </p:cNvSpPr>
          <p:nvPr userDrawn="1"/>
        </p:nvSpPr>
        <p:spPr>
          <a:xfrm>
            <a:off x="692274" y="1141687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0" name="Item 03 Placeholder">
            <a:extLst>
              <a:ext uri="{FF2B5EF4-FFF2-40B4-BE49-F238E27FC236}">
                <a16:creationId xmlns:a16="http://schemas.microsoft.com/office/drawing/2014/main" id="{BF2B6BC9-0BC6-BEC3-E42C-BA721E3C70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4300" y="1050266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Number 03">
            <a:extLst>
              <a:ext uri="{FF2B5EF4-FFF2-40B4-BE49-F238E27FC236}">
                <a16:creationId xmlns:a16="http://schemas.microsoft.com/office/drawing/2014/main" id="{74E53F15-66EC-A549-35DF-187470756361}"/>
              </a:ext>
            </a:extLst>
          </p:cNvPr>
          <p:cNvSpPr txBox="1">
            <a:spLocks/>
          </p:cNvSpPr>
          <p:nvPr userDrawn="1"/>
        </p:nvSpPr>
        <p:spPr>
          <a:xfrm>
            <a:off x="707124" y="10381439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26" name="Line 03">
            <a:extLst>
              <a:ext uri="{FF2B5EF4-FFF2-40B4-BE49-F238E27FC236}">
                <a16:creationId xmlns:a16="http://schemas.microsoft.com/office/drawing/2014/main" id="{EF6D0D95-7B35-F0FE-F33A-9EA57509C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0278515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Item 02 Placeholder">
            <a:extLst>
              <a:ext uri="{FF2B5EF4-FFF2-40B4-BE49-F238E27FC236}">
                <a16:creationId xmlns:a16="http://schemas.microsoft.com/office/drawing/2014/main" id="{D5831148-B156-D12F-637F-915ABA2D2C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54300" y="936678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Number 02">
            <a:extLst>
              <a:ext uri="{FF2B5EF4-FFF2-40B4-BE49-F238E27FC236}">
                <a16:creationId xmlns:a16="http://schemas.microsoft.com/office/drawing/2014/main" id="{48F0A600-3871-6E35-5A8A-AFB539BF0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9177810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29" name="Line 02">
            <a:extLst>
              <a:ext uri="{FF2B5EF4-FFF2-40B4-BE49-F238E27FC236}">
                <a16:creationId xmlns:a16="http://schemas.microsoft.com/office/drawing/2014/main" id="{ADBD0512-153D-3590-8A85-38A596902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9088596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0" name="Item 01 Placeholder">
            <a:extLst>
              <a:ext uri="{FF2B5EF4-FFF2-40B4-BE49-F238E27FC236}">
                <a16:creationId xmlns:a16="http://schemas.microsoft.com/office/drawing/2014/main" id="{382FE2D6-8E2F-BD9B-95D1-CEE501AB65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54300" y="817594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Number 01">
            <a:extLst>
              <a:ext uri="{FF2B5EF4-FFF2-40B4-BE49-F238E27FC236}">
                <a16:creationId xmlns:a16="http://schemas.microsoft.com/office/drawing/2014/main" id="{D960BCFC-CA67-6B05-22C4-D6ADFD0B91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8027765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32" name="Line 01">
            <a:extLst>
              <a:ext uri="{FF2B5EF4-FFF2-40B4-BE49-F238E27FC236}">
                <a16:creationId xmlns:a16="http://schemas.microsoft.com/office/drawing/2014/main" id="{3A80EBDF-78EB-8824-B5FC-D3FC12DFE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7926860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4" name="Better ask ERNI">
            <a:extLst>
              <a:ext uri="{FF2B5EF4-FFF2-40B4-BE49-F238E27FC236}">
                <a16:creationId xmlns:a16="http://schemas.microsoft.com/office/drawing/2014/main" id="{259B25B0-E741-8B45-9E7C-D05E2AD6D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A800E514-4AD1-5A29-1DDF-8B94EF2A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6" name="Index Title Placeholder">
            <a:extLst>
              <a:ext uri="{FF2B5EF4-FFF2-40B4-BE49-F238E27FC236}">
                <a16:creationId xmlns:a16="http://schemas.microsoft.com/office/drawing/2014/main" id="{FB660F81-3279-98D2-D275-530C5A04E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72000" y="2064893"/>
            <a:ext cx="23038900" cy="290308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cover title (e.g. “Index”)</a:t>
            </a:r>
          </a:p>
        </p:txBody>
      </p:sp>
    </p:spTree>
    <p:extLst>
      <p:ext uri="{BB962C8B-B14F-4D97-AF65-F5344CB8AC3E}">
        <p14:creationId xmlns:p14="http://schemas.microsoft.com/office/powerpoint/2010/main" val="2886890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2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Index Layout 2c (6 items on both sides)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9" name="Line 07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3" name="Item 06 Placeholder">
            <a:extLst>
              <a:ext uri="{FF2B5EF4-FFF2-40B4-BE49-F238E27FC236}">
                <a16:creationId xmlns:a16="http://schemas.microsoft.com/office/drawing/2014/main" id="{669FAB9A-C5FB-3456-94B3-B2CBDDD19D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51000" y="937800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Number 06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06</a:t>
            </a:r>
          </a:p>
        </p:txBody>
      </p:sp>
      <p:sp>
        <p:nvSpPr>
          <p:cNvPr id="8" name="Line 06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5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51000" y="818716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Number 05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05</a:t>
            </a:r>
          </a:p>
        </p:txBody>
      </p:sp>
      <p:sp>
        <p:nvSpPr>
          <p:cNvPr id="6" name="Line 05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" name="Line 04 Bottom">
            <a:extLst>
              <a:ext uri="{FF2B5EF4-FFF2-40B4-BE49-F238E27FC236}">
                <a16:creationId xmlns:a16="http://schemas.microsoft.com/office/drawing/2014/main" id="{141BE94D-B6FB-73D4-2F8A-88F502FEF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2606788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Item 04 Placeholder">
            <a:extLst>
              <a:ext uri="{FF2B5EF4-FFF2-40B4-BE49-F238E27FC236}">
                <a16:creationId xmlns:a16="http://schemas.microsoft.com/office/drawing/2014/main" id="{A0752722-2944-D17E-5F08-539302AAF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4300" y="11660687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Number 04">
            <a:extLst>
              <a:ext uri="{FF2B5EF4-FFF2-40B4-BE49-F238E27FC236}">
                <a16:creationId xmlns:a16="http://schemas.microsoft.com/office/drawing/2014/main" id="{85167B86-B91F-670D-B079-4422974C4A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11537834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7" name="Line 04">
            <a:extLst>
              <a:ext uri="{FF2B5EF4-FFF2-40B4-BE49-F238E27FC236}">
                <a16:creationId xmlns:a16="http://schemas.microsoft.com/office/drawing/2014/main" id="{84416303-3690-1D7C-8644-47DD6D1BD1A4}"/>
              </a:ext>
            </a:extLst>
          </p:cNvPr>
          <p:cNvSpPr>
            <a:spLocks/>
          </p:cNvSpPr>
          <p:nvPr userDrawn="1"/>
        </p:nvSpPr>
        <p:spPr>
          <a:xfrm>
            <a:off x="692274" y="1141687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0" name="Item 03 Placeholder">
            <a:extLst>
              <a:ext uri="{FF2B5EF4-FFF2-40B4-BE49-F238E27FC236}">
                <a16:creationId xmlns:a16="http://schemas.microsoft.com/office/drawing/2014/main" id="{BF2B6BC9-0BC6-BEC3-E42C-BA721E3C70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4300" y="1050266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Number 03">
            <a:extLst>
              <a:ext uri="{FF2B5EF4-FFF2-40B4-BE49-F238E27FC236}">
                <a16:creationId xmlns:a16="http://schemas.microsoft.com/office/drawing/2014/main" id="{74E53F15-66EC-A549-35DF-187470756361}"/>
              </a:ext>
            </a:extLst>
          </p:cNvPr>
          <p:cNvSpPr txBox="1">
            <a:spLocks/>
          </p:cNvSpPr>
          <p:nvPr userDrawn="1"/>
        </p:nvSpPr>
        <p:spPr>
          <a:xfrm>
            <a:off x="707124" y="10381439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26" name="Line 03">
            <a:extLst>
              <a:ext uri="{FF2B5EF4-FFF2-40B4-BE49-F238E27FC236}">
                <a16:creationId xmlns:a16="http://schemas.microsoft.com/office/drawing/2014/main" id="{EF6D0D95-7B35-F0FE-F33A-9EA57509C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0278515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Item 02 Placeholder">
            <a:extLst>
              <a:ext uri="{FF2B5EF4-FFF2-40B4-BE49-F238E27FC236}">
                <a16:creationId xmlns:a16="http://schemas.microsoft.com/office/drawing/2014/main" id="{D5831148-B156-D12F-637F-915ABA2D2C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54300" y="936678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Number 02">
            <a:extLst>
              <a:ext uri="{FF2B5EF4-FFF2-40B4-BE49-F238E27FC236}">
                <a16:creationId xmlns:a16="http://schemas.microsoft.com/office/drawing/2014/main" id="{48F0A600-3871-6E35-5A8A-AFB539BF0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9177810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29" name="Line 02">
            <a:extLst>
              <a:ext uri="{FF2B5EF4-FFF2-40B4-BE49-F238E27FC236}">
                <a16:creationId xmlns:a16="http://schemas.microsoft.com/office/drawing/2014/main" id="{ADBD0512-153D-3590-8A85-38A596902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9088596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0" name="Item 01 Placeholder">
            <a:extLst>
              <a:ext uri="{FF2B5EF4-FFF2-40B4-BE49-F238E27FC236}">
                <a16:creationId xmlns:a16="http://schemas.microsoft.com/office/drawing/2014/main" id="{382FE2D6-8E2F-BD9B-95D1-CEE501AB65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54300" y="817594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Number 01">
            <a:extLst>
              <a:ext uri="{FF2B5EF4-FFF2-40B4-BE49-F238E27FC236}">
                <a16:creationId xmlns:a16="http://schemas.microsoft.com/office/drawing/2014/main" id="{D960BCFC-CA67-6B05-22C4-D6ADFD0B91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8027765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32" name="Line 01">
            <a:extLst>
              <a:ext uri="{FF2B5EF4-FFF2-40B4-BE49-F238E27FC236}">
                <a16:creationId xmlns:a16="http://schemas.microsoft.com/office/drawing/2014/main" id="{3A80EBDF-78EB-8824-B5FC-D3FC12DFE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7926860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4" name="Better ask ERNI">
            <a:extLst>
              <a:ext uri="{FF2B5EF4-FFF2-40B4-BE49-F238E27FC236}">
                <a16:creationId xmlns:a16="http://schemas.microsoft.com/office/drawing/2014/main" id="{259B25B0-E741-8B45-9E7C-D05E2AD6D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A800E514-4AD1-5A29-1DDF-8B94EF2A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6" name="Index Title Placeholder">
            <a:extLst>
              <a:ext uri="{FF2B5EF4-FFF2-40B4-BE49-F238E27FC236}">
                <a16:creationId xmlns:a16="http://schemas.microsoft.com/office/drawing/2014/main" id="{FB660F81-3279-98D2-D275-530C5A04E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72000" y="2064893"/>
            <a:ext cx="23038900" cy="290308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cover title (e.g. “Index”)</a:t>
            </a:r>
          </a:p>
        </p:txBody>
      </p:sp>
    </p:spTree>
    <p:extLst>
      <p:ext uri="{BB962C8B-B14F-4D97-AF65-F5344CB8AC3E}">
        <p14:creationId xmlns:p14="http://schemas.microsoft.com/office/powerpoint/2010/main" val="2706193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2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Index Layout 2d (5 items on both sides)</a:t>
            </a:r>
          </a:p>
        </p:txBody>
      </p:sp>
      <p:sp>
        <p:nvSpPr>
          <p:cNvPr id="8" name="Line 06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5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14351000" y="818716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Number 05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05</a:t>
            </a:r>
          </a:p>
        </p:txBody>
      </p:sp>
      <p:sp>
        <p:nvSpPr>
          <p:cNvPr id="6" name="Line 05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" name="Line 04 Bottom">
            <a:extLst>
              <a:ext uri="{FF2B5EF4-FFF2-40B4-BE49-F238E27FC236}">
                <a16:creationId xmlns:a16="http://schemas.microsoft.com/office/drawing/2014/main" id="{141BE94D-B6FB-73D4-2F8A-88F502FEF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2606788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Item 04 Placeholder">
            <a:extLst>
              <a:ext uri="{FF2B5EF4-FFF2-40B4-BE49-F238E27FC236}">
                <a16:creationId xmlns:a16="http://schemas.microsoft.com/office/drawing/2014/main" id="{A0752722-2944-D17E-5F08-539302AAF0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2654300" y="11660687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Number 04">
            <a:extLst>
              <a:ext uri="{FF2B5EF4-FFF2-40B4-BE49-F238E27FC236}">
                <a16:creationId xmlns:a16="http://schemas.microsoft.com/office/drawing/2014/main" id="{85167B86-B91F-670D-B079-4422974C4A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11537834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7" name="Line 04">
            <a:extLst>
              <a:ext uri="{FF2B5EF4-FFF2-40B4-BE49-F238E27FC236}">
                <a16:creationId xmlns:a16="http://schemas.microsoft.com/office/drawing/2014/main" id="{84416303-3690-1D7C-8644-47DD6D1BD1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141687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0" name="Item 03 Placeholder">
            <a:extLst>
              <a:ext uri="{FF2B5EF4-FFF2-40B4-BE49-F238E27FC236}">
                <a16:creationId xmlns:a16="http://schemas.microsoft.com/office/drawing/2014/main" id="{BF2B6BC9-0BC6-BEC3-E42C-BA721E3C70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4300" y="1050266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Number 03">
            <a:extLst>
              <a:ext uri="{FF2B5EF4-FFF2-40B4-BE49-F238E27FC236}">
                <a16:creationId xmlns:a16="http://schemas.microsoft.com/office/drawing/2014/main" id="{74E53F15-66EC-A549-35DF-187470756361}"/>
              </a:ext>
            </a:extLst>
          </p:cNvPr>
          <p:cNvSpPr txBox="1">
            <a:spLocks/>
          </p:cNvSpPr>
          <p:nvPr userDrawn="1"/>
        </p:nvSpPr>
        <p:spPr>
          <a:xfrm>
            <a:off x="707124" y="10381439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26" name="Line 03">
            <a:extLst>
              <a:ext uri="{FF2B5EF4-FFF2-40B4-BE49-F238E27FC236}">
                <a16:creationId xmlns:a16="http://schemas.microsoft.com/office/drawing/2014/main" id="{EF6D0D95-7B35-F0FE-F33A-9EA57509C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0278515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Item 02 Placeholder">
            <a:extLst>
              <a:ext uri="{FF2B5EF4-FFF2-40B4-BE49-F238E27FC236}">
                <a16:creationId xmlns:a16="http://schemas.microsoft.com/office/drawing/2014/main" id="{D5831148-B156-D12F-637F-915ABA2D2C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54300" y="936678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Number 02">
            <a:extLst>
              <a:ext uri="{FF2B5EF4-FFF2-40B4-BE49-F238E27FC236}">
                <a16:creationId xmlns:a16="http://schemas.microsoft.com/office/drawing/2014/main" id="{48F0A600-3871-6E35-5A8A-AFB539BF0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9177810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29" name="Line 02">
            <a:extLst>
              <a:ext uri="{FF2B5EF4-FFF2-40B4-BE49-F238E27FC236}">
                <a16:creationId xmlns:a16="http://schemas.microsoft.com/office/drawing/2014/main" id="{ADBD0512-153D-3590-8A85-38A596902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9088596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0" name="Item 01 Placeholder">
            <a:extLst>
              <a:ext uri="{FF2B5EF4-FFF2-40B4-BE49-F238E27FC236}">
                <a16:creationId xmlns:a16="http://schemas.microsoft.com/office/drawing/2014/main" id="{382FE2D6-8E2F-BD9B-95D1-CEE501AB65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54300" y="817594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Number 01">
            <a:extLst>
              <a:ext uri="{FF2B5EF4-FFF2-40B4-BE49-F238E27FC236}">
                <a16:creationId xmlns:a16="http://schemas.microsoft.com/office/drawing/2014/main" id="{D960BCFC-CA67-6B05-22C4-D6ADFD0B91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8027765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32" name="Line 01">
            <a:extLst>
              <a:ext uri="{FF2B5EF4-FFF2-40B4-BE49-F238E27FC236}">
                <a16:creationId xmlns:a16="http://schemas.microsoft.com/office/drawing/2014/main" id="{3A80EBDF-78EB-8824-B5FC-D3FC12DFE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7926860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4" name="Better ask ERNI">
            <a:extLst>
              <a:ext uri="{FF2B5EF4-FFF2-40B4-BE49-F238E27FC236}">
                <a16:creationId xmlns:a16="http://schemas.microsoft.com/office/drawing/2014/main" id="{259B25B0-E741-8B45-9E7C-D05E2AD6D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A800E514-4AD1-5A29-1DDF-8B94EF2A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6" name="Index Title Placeholder">
            <a:extLst>
              <a:ext uri="{FF2B5EF4-FFF2-40B4-BE49-F238E27FC236}">
                <a16:creationId xmlns:a16="http://schemas.microsoft.com/office/drawing/2014/main" id="{FB660F81-3279-98D2-D275-530C5A04E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72000" y="2064893"/>
            <a:ext cx="23038900" cy="290308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cover title (e.g. “Index”)</a:t>
            </a:r>
          </a:p>
        </p:txBody>
      </p:sp>
    </p:spTree>
    <p:extLst>
      <p:ext uri="{BB962C8B-B14F-4D97-AF65-F5344CB8AC3E}">
        <p14:creationId xmlns:p14="http://schemas.microsoft.com/office/powerpoint/2010/main" val="1309708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Section Layout 1 (Blue, Number and Title on right)</a:t>
            </a:r>
          </a:p>
        </p:txBody>
      </p:sp>
      <p:sp>
        <p:nvSpPr>
          <p:cNvPr id="13" name="Blu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6800" y="4915235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the section title</a:t>
            </a:r>
          </a:p>
        </p:txBody>
      </p:sp>
      <p:sp>
        <p:nvSpPr>
          <p:cNvPr id="8" name="Section Numbe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12406800" y="2047142"/>
            <a:ext cx="3492500" cy="2519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B8C42927-ED3B-4583-F837-610EDDC0C8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251398-3883-B489-5642-A27745481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0654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Section Layout 2 (Blue, Number on left and Title on right)</a:t>
            </a:r>
          </a:p>
        </p:txBody>
      </p:sp>
      <p:sp>
        <p:nvSpPr>
          <p:cNvPr id="13" name="Blu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7900" y="2055352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the section title</a:t>
            </a:r>
          </a:p>
        </p:txBody>
      </p:sp>
      <p:sp>
        <p:nvSpPr>
          <p:cNvPr id="8" name="Section Numbe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73100" y="2070444"/>
            <a:ext cx="3492500" cy="25193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2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B8C42927-ED3B-4583-F837-610EDDC0C8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251398-3883-B489-5642-A27745481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784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Section Layout 3 (White, Title and Subtitle on the right)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6800" y="4913313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the section title</a:t>
            </a:r>
          </a:p>
        </p:txBody>
      </p:sp>
      <p:sp>
        <p:nvSpPr>
          <p:cNvPr id="8" name="Section Numbe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12407900" y="2032000"/>
            <a:ext cx="3492500" cy="2519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B8C42927-ED3B-4583-F837-610EDDC0C86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251398-3883-B489-5642-A277454816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5579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noProof="0"/>
              <a:t>Section Layout 4 (White, Title and Subtitle on the right)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2892" y="2032000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the section title</a:t>
            </a:r>
          </a:p>
        </p:txBody>
      </p:sp>
      <p:sp>
        <p:nvSpPr>
          <p:cNvPr id="8" name="Section Numbe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73100" y="2032000"/>
            <a:ext cx="3492500" cy="25193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20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B8C42927-ED3B-4583-F837-610EDDC0C86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251398-3883-B489-5642-A277454816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3749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1a - Horizontal L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noProof="0"/>
              <a:t>Info Layout 1a (3 icons, horizontal lines)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/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third icon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third icon</a:t>
            </a:r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33000" y="10458450"/>
            <a:ext cx="43180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second icon</a:t>
            </a:r>
          </a:p>
        </p:txBody>
      </p:sp>
      <p:sp>
        <p:nvSpPr>
          <p:cNvPr id="25" name="Icon 2 Placeholder">
            <a:extLst>
              <a:ext uri="{FF2B5EF4-FFF2-40B4-BE49-F238E27FC236}">
                <a16:creationId xmlns:a16="http://schemas.microsoft.com/office/drawing/2014/main" id="{FD527FAF-1F9A-C8B1-53C4-912C1CC475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568482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second icon</a:t>
            </a:r>
          </a:p>
        </p:txBody>
      </p:sp>
      <p:cxnSp>
        <p:nvCxnSpPr>
          <p:cNvPr id="9" name="Line 2">
            <a:extLst>
              <a:ext uri="{FF2B5EF4-FFF2-40B4-BE49-F238E27FC236}">
                <a16:creationId xmlns:a16="http://schemas.microsoft.com/office/drawing/2014/main" id="{8D42D715-09A8-D3F8-C5EE-2B3E139273D5}"/>
              </a:ext>
            </a:extLst>
          </p:cNvPr>
          <p:cNvCxnSpPr>
            <a:cxnSpLocks/>
          </p:cNvCxnSpPr>
          <p:nvPr userDrawn="1"/>
        </p:nvCxnSpPr>
        <p:spPr>
          <a:xfrm>
            <a:off x="8486784" y="7755175"/>
            <a:ext cx="7377104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 1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1844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first icon</a:t>
            </a:r>
          </a:p>
        </p:txBody>
      </p:sp>
      <p:sp>
        <p:nvSpPr>
          <p:cNvPr id="23" name="Icon 1 Placeholder">
            <a:extLst>
              <a:ext uri="{FF2B5EF4-FFF2-40B4-BE49-F238E27FC236}">
                <a16:creationId xmlns:a16="http://schemas.microsoft.com/office/drawing/2014/main" id="{8B55B9ED-9B40-9A44-66D8-1C14C74807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73670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first icon</a:t>
            </a:r>
          </a:p>
        </p:txBody>
      </p:sp>
      <p:cxnSp>
        <p:nvCxnSpPr>
          <p:cNvPr id="6" name="Line 1">
            <a:extLst>
              <a:ext uri="{FF2B5EF4-FFF2-40B4-BE49-F238E27FC236}">
                <a16:creationId xmlns:a16="http://schemas.microsoft.com/office/drawing/2014/main" id="{2986C28B-BDF4-6E69-7F2F-66F60CBC7D92}"/>
              </a:ext>
            </a:extLst>
          </p:cNvPr>
          <p:cNvCxnSpPr>
            <a:cxnSpLocks/>
          </p:cNvCxnSpPr>
          <p:nvPr userDrawn="1"/>
        </p:nvCxnSpPr>
        <p:spPr>
          <a:xfrm>
            <a:off x="686733" y="7755175"/>
            <a:ext cx="7365067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B5C63212-1F65-0DE1-A07C-C7840F6F1F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86733" y="2033313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</p:spTree>
    <p:extLst>
      <p:ext uri="{BB962C8B-B14F-4D97-AF65-F5344CB8AC3E}">
        <p14:creationId xmlns:p14="http://schemas.microsoft.com/office/powerpoint/2010/main" val="176991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1b - Horizontal L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noProof="0"/>
              <a:t>Info Layout 1b (2 icons, horizontal lines)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/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third icon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third icon</a:t>
            </a:r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33000" y="10458450"/>
            <a:ext cx="43180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second icon</a:t>
            </a:r>
          </a:p>
        </p:txBody>
      </p:sp>
      <p:sp>
        <p:nvSpPr>
          <p:cNvPr id="25" name="Icon 2 Placeholder">
            <a:extLst>
              <a:ext uri="{FF2B5EF4-FFF2-40B4-BE49-F238E27FC236}">
                <a16:creationId xmlns:a16="http://schemas.microsoft.com/office/drawing/2014/main" id="{FD527FAF-1F9A-C8B1-53C4-912C1CC475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568482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second icon</a:t>
            </a:r>
          </a:p>
        </p:txBody>
      </p:sp>
      <p:cxnSp>
        <p:nvCxnSpPr>
          <p:cNvPr id="9" name="Line 2">
            <a:extLst>
              <a:ext uri="{FF2B5EF4-FFF2-40B4-BE49-F238E27FC236}">
                <a16:creationId xmlns:a16="http://schemas.microsoft.com/office/drawing/2014/main" id="{8D42D715-09A8-D3F8-C5EE-2B3E139273D5}"/>
              </a:ext>
            </a:extLst>
          </p:cNvPr>
          <p:cNvCxnSpPr>
            <a:cxnSpLocks/>
          </p:cNvCxnSpPr>
          <p:nvPr userDrawn="1"/>
        </p:nvCxnSpPr>
        <p:spPr>
          <a:xfrm>
            <a:off x="8486784" y="7755175"/>
            <a:ext cx="7377104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5623E3D3-893C-A615-5879-BCEBCFA8B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83942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1c - Horizontal L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noProof="0"/>
              <a:t>Info Layout 1bc(1 icons, horizontal line)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/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third icon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third icon</a:t>
            </a:r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1B5FF633-74D7-3B6F-B55D-E50BCBE826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29419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2a - Vertical L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2a (3 icons with labels, vertical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cxnSp>
        <p:nvCxnSpPr>
          <p:cNvPr id="11" name="Separator 2">
            <a:extLst>
              <a:ext uri="{FF2B5EF4-FFF2-40B4-BE49-F238E27FC236}">
                <a16:creationId xmlns:a16="http://schemas.microsoft.com/office/drawing/2014/main" id="{02F3C07C-5418-538F-1F7F-440D8F762F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6128000" y="8280000"/>
            <a:ext cx="0" cy="4320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10458450"/>
            <a:ext cx="43180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lang="en-GB" sz="2400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5" name="Icon 2 Placeholder">
            <a:extLst>
              <a:ext uri="{FF2B5EF4-FFF2-40B4-BE49-F238E27FC236}">
                <a16:creationId xmlns:a16="http://schemas.microsoft.com/office/drawing/2014/main" id="{FD527FAF-1F9A-C8B1-53C4-912C1CC475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568482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second icon</a:t>
            </a:r>
          </a:p>
        </p:txBody>
      </p:sp>
      <p:cxnSp>
        <p:nvCxnSpPr>
          <p:cNvPr id="2" name="Separator 1">
            <a:extLst>
              <a:ext uri="{FF2B5EF4-FFF2-40B4-BE49-F238E27FC236}">
                <a16:creationId xmlns:a16="http://schemas.microsoft.com/office/drawing/2014/main" id="{4053E7B8-2DE4-866B-8C15-45B2FE0E6908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0000" y="8280000"/>
            <a:ext cx="0" cy="4320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 1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844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3" name="Icon 1 Placeholder">
            <a:extLst>
              <a:ext uri="{FF2B5EF4-FFF2-40B4-BE49-F238E27FC236}">
                <a16:creationId xmlns:a16="http://schemas.microsoft.com/office/drawing/2014/main" id="{8B55B9ED-9B40-9A44-66D8-1C14C74807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73670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first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9492300"/>
            <a:ext cx="4356100" cy="8089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8" name="Option 2 title">
            <a:extLst>
              <a:ext uri="{FF2B5EF4-FFF2-40B4-BE49-F238E27FC236}">
                <a16:creationId xmlns:a16="http://schemas.microsoft.com/office/drawing/2014/main" id="{49CB58F0-EFC8-8591-D795-A6949821A8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000" y="9581200"/>
            <a:ext cx="4318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9" name="Option 1 title">
            <a:extLst>
              <a:ext uri="{FF2B5EF4-FFF2-40B4-BE49-F238E27FC236}">
                <a16:creationId xmlns:a16="http://schemas.microsoft.com/office/drawing/2014/main" id="{4F9A8146-754F-7398-47F2-AB2062815C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84400" y="9581200"/>
            <a:ext cx="43561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4B493A54-D437-4DFE-C2AA-51887C112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5D6125C-0481-4B6A-D74B-80193D690D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668607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2b -  Vertical L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2b (2 icons with labels, vertical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cxnSp>
        <p:nvCxnSpPr>
          <p:cNvPr id="11" name="Separator 2">
            <a:extLst>
              <a:ext uri="{FF2B5EF4-FFF2-40B4-BE49-F238E27FC236}">
                <a16:creationId xmlns:a16="http://schemas.microsoft.com/office/drawing/2014/main" id="{02F3C07C-5418-538F-1F7F-440D8F762F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6128000" y="8280000"/>
            <a:ext cx="0" cy="4320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10458450"/>
            <a:ext cx="43180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lang="en-GB" sz="2400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5" name="Icon 2 Placeholder">
            <a:extLst>
              <a:ext uri="{FF2B5EF4-FFF2-40B4-BE49-F238E27FC236}">
                <a16:creationId xmlns:a16="http://schemas.microsoft.com/office/drawing/2014/main" id="{FD527FAF-1F9A-C8B1-53C4-912C1CC475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568482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second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9492300"/>
            <a:ext cx="4356100" cy="8089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8" name="Option 2 title">
            <a:extLst>
              <a:ext uri="{FF2B5EF4-FFF2-40B4-BE49-F238E27FC236}">
                <a16:creationId xmlns:a16="http://schemas.microsoft.com/office/drawing/2014/main" id="{49CB58F0-EFC8-8591-D795-A6949821A8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000" y="9581200"/>
            <a:ext cx="4318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B0068A6-632A-1098-BA93-364D3BD49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63E7C2CE-B33F-02C1-A770-2084AD70B4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357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2c - Vertical L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2c (1 icon with labels, vertical separator)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9492300"/>
            <a:ext cx="4356100" cy="8089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10BCA0E-0129-1F41-B68B-CCFF962DF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6CA246BF-010F-E2BD-EF27-F0FCEFB4CB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173537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3a -  Title-Subtitle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/>
              <a:t>Info Layout 3a (3 title – subtitle - text, vertical separators)</a:t>
            </a:r>
          </a:p>
          <a:p>
            <a:r>
              <a:rPr lang="en-GB" sz="2000" noProof="0"/>
              <a:t>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Desc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9018000"/>
            <a:ext cx="43561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cxnSp>
        <p:nvCxnSpPr>
          <p:cNvPr id="11" name="Separator 2">
            <a:extLst>
              <a:ext uri="{FF2B5EF4-FFF2-40B4-BE49-F238E27FC236}">
                <a16:creationId xmlns:a16="http://schemas.microsoft.com/office/drawing/2014/main" id="{02F3C07C-5418-538F-1F7F-440D8F762F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6128000" y="7578000"/>
            <a:ext cx="0" cy="5022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Desc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9018000"/>
            <a:ext cx="43180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lang="en-GB" sz="2400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cxnSp>
        <p:nvCxnSpPr>
          <p:cNvPr id="2" name="Separator 1">
            <a:extLst>
              <a:ext uri="{FF2B5EF4-FFF2-40B4-BE49-F238E27FC236}">
                <a16:creationId xmlns:a16="http://schemas.microsoft.com/office/drawing/2014/main" id="{4053E7B8-2DE4-866B-8C15-45B2FE0E6908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0000" y="7578000"/>
            <a:ext cx="0" cy="5022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Desc 1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84400" y="9018000"/>
            <a:ext cx="43561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0"/>
            <a:endParaRPr lang="en-GB" noProof="0"/>
          </a:p>
          <a:p>
            <a:pPr lvl="0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7614000"/>
            <a:ext cx="4356100" cy="679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8" name="Option 2 title">
            <a:extLst>
              <a:ext uri="{FF2B5EF4-FFF2-40B4-BE49-F238E27FC236}">
                <a16:creationId xmlns:a16="http://schemas.microsoft.com/office/drawing/2014/main" id="{49CB58F0-EFC8-8591-D795-A6949821A8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000" y="7614000"/>
            <a:ext cx="4318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9" name="Option 1 title">
            <a:extLst>
              <a:ext uri="{FF2B5EF4-FFF2-40B4-BE49-F238E27FC236}">
                <a16:creationId xmlns:a16="http://schemas.microsoft.com/office/drawing/2014/main" id="{4F9A8146-754F-7398-47F2-AB2062815C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4400" y="7614000"/>
            <a:ext cx="43561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3 Placeholder">
            <a:extLst>
              <a:ext uri="{FF2B5EF4-FFF2-40B4-BE49-F238E27FC236}">
                <a16:creationId xmlns:a16="http://schemas.microsoft.com/office/drawing/2014/main" id="{6FAD31F2-91C7-2F23-772B-EEFB994FE7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843500" y="8531900"/>
            <a:ext cx="43561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14" name="Text 2 Placeholder">
            <a:extLst>
              <a:ext uri="{FF2B5EF4-FFF2-40B4-BE49-F238E27FC236}">
                <a16:creationId xmlns:a16="http://schemas.microsoft.com/office/drawing/2014/main" id="{AB8BC8A6-D1C2-D5E2-FEF3-201EB9223A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33000" y="8531900"/>
            <a:ext cx="4318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lang="en-GB" sz="2400" b="1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15" name="Text 1 Placeholder">
            <a:extLst>
              <a:ext uri="{FF2B5EF4-FFF2-40B4-BE49-F238E27FC236}">
                <a16:creationId xmlns:a16="http://schemas.microsoft.com/office/drawing/2014/main" id="{EA7F1625-3E5E-360D-F2EA-F7CF1E7012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84400" y="8531900"/>
            <a:ext cx="43561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0"/>
            <a:endParaRPr lang="en-GB" noProof="0"/>
          </a:p>
          <a:p>
            <a:pPr lvl="0"/>
            <a:endParaRPr lang="en-GB" noProof="0"/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D687F74F-D965-98E7-A6C0-5551463FA3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D7BAC5D-61C1-1AF0-156F-E18C896A0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4231005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3b - Title-Subtitle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/>
              <a:t>Info Layout 3b (2 title – subtitle - text, vertical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Desc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9018000"/>
            <a:ext cx="43561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cxnSp>
        <p:nvCxnSpPr>
          <p:cNvPr id="11" name="Separator 2">
            <a:extLst>
              <a:ext uri="{FF2B5EF4-FFF2-40B4-BE49-F238E27FC236}">
                <a16:creationId xmlns:a16="http://schemas.microsoft.com/office/drawing/2014/main" id="{02F3C07C-5418-538F-1F7F-440D8F762F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6128000" y="7578000"/>
            <a:ext cx="0" cy="5022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Desc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9018000"/>
            <a:ext cx="43180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lang="en-GB" sz="2400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7614000"/>
            <a:ext cx="4356100" cy="679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8" name="Option 2 title">
            <a:extLst>
              <a:ext uri="{FF2B5EF4-FFF2-40B4-BE49-F238E27FC236}">
                <a16:creationId xmlns:a16="http://schemas.microsoft.com/office/drawing/2014/main" id="{49CB58F0-EFC8-8591-D795-A6949821A8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000" y="7614000"/>
            <a:ext cx="4318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12" name="Text 3 Placeholder">
            <a:extLst>
              <a:ext uri="{FF2B5EF4-FFF2-40B4-BE49-F238E27FC236}">
                <a16:creationId xmlns:a16="http://schemas.microsoft.com/office/drawing/2014/main" id="{6FAD31F2-91C7-2F23-772B-EEFB994FE7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843500" y="8531900"/>
            <a:ext cx="43561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14" name="Text 2 Placeholder">
            <a:extLst>
              <a:ext uri="{FF2B5EF4-FFF2-40B4-BE49-F238E27FC236}">
                <a16:creationId xmlns:a16="http://schemas.microsoft.com/office/drawing/2014/main" id="{AB8BC8A6-D1C2-D5E2-FEF3-201EB9223A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33000" y="8531900"/>
            <a:ext cx="4318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lang="en-GB" sz="2400" b="1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24FE72C-4622-A887-935C-D4BDE0FE4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5744601D-8193-E926-7A72-C5680DAB1D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961230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3c - Title-Subtitle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/>
              <a:t>Info Layout 3c (1 title – subtitle - text)</a:t>
            </a:r>
          </a:p>
          <a:p>
            <a:r>
              <a:rPr lang="en-GB" sz="2000" noProof="0"/>
              <a:t>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Desc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9018000"/>
            <a:ext cx="43561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7614000"/>
            <a:ext cx="4356100" cy="679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12" name="Text 3 Placeholder">
            <a:extLst>
              <a:ext uri="{FF2B5EF4-FFF2-40B4-BE49-F238E27FC236}">
                <a16:creationId xmlns:a16="http://schemas.microsoft.com/office/drawing/2014/main" id="{6FAD31F2-91C7-2F23-772B-EEFB994FE7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843500" y="8531900"/>
            <a:ext cx="43561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1235EAD-EA3E-ABD8-A551-F77074453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A101E63-4046-4349-CBD6-7783FA43EA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0538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4a - Number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4a (3 numbers and text)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818000"/>
            <a:ext cx="43561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 for the third number</a:t>
            </a:r>
          </a:p>
        </p:txBody>
      </p:sp>
      <p:sp>
        <p:nvSpPr>
          <p:cNvPr id="14" name="Number 3 Placeholder">
            <a:extLst>
              <a:ext uri="{FF2B5EF4-FFF2-40B4-BE49-F238E27FC236}">
                <a16:creationId xmlns:a16="http://schemas.microsoft.com/office/drawing/2014/main" id="{EB795BFF-735C-218F-3A30-76B29EA892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96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/>
              <a:t>00</a:t>
            </a:r>
            <a:endParaRPr lang="en-GB" noProof="0"/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10818000"/>
            <a:ext cx="43180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 for the second number</a:t>
            </a:r>
          </a:p>
        </p:txBody>
      </p:sp>
      <p:sp>
        <p:nvSpPr>
          <p:cNvPr id="12" name="Number 2 Placeholder">
            <a:extLst>
              <a:ext uri="{FF2B5EF4-FFF2-40B4-BE49-F238E27FC236}">
                <a16:creationId xmlns:a16="http://schemas.microsoft.com/office/drawing/2014/main" id="{C566C544-5811-480F-8074-5D24EB790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84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/>
              <a:t>00</a:t>
            </a:r>
            <a:endParaRPr lang="en-GB" noProof="0"/>
          </a:p>
        </p:txBody>
      </p:sp>
      <p:cxnSp>
        <p:nvCxnSpPr>
          <p:cNvPr id="9" name="Line 2">
            <a:extLst>
              <a:ext uri="{FF2B5EF4-FFF2-40B4-BE49-F238E27FC236}">
                <a16:creationId xmlns:a16="http://schemas.microsoft.com/office/drawing/2014/main" id="{8D42D715-09A8-D3F8-C5EE-2B3E139273D5}"/>
              </a:ext>
            </a:extLst>
          </p:cNvPr>
          <p:cNvCxnSpPr>
            <a:cxnSpLocks/>
          </p:cNvCxnSpPr>
          <p:nvPr userDrawn="1"/>
        </p:nvCxnSpPr>
        <p:spPr>
          <a:xfrm>
            <a:off x="8486784" y="7755175"/>
            <a:ext cx="7377104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Number 1 Placeholder">
            <a:extLst>
              <a:ext uri="{FF2B5EF4-FFF2-40B4-BE49-F238E27FC236}">
                <a16:creationId xmlns:a16="http://schemas.microsoft.com/office/drawing/2014/main" id="{B8B1B403-224A-88FE-13EE-229D45F6A8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83136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/>
              <a:t>00</a:t>
            </a:r>
            <a:endParaRPr lang="en-GB" noProof="0"/>
          </a:p>
        </p:txBody>
      </p:sp>
      <p:sp>
        <p:nvSpPr>
          <p:cNvPr id="21" name="Text 1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84400" y="10818000"/>
            <a:ext cx="43561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 for the first number</a:t>
            </a:r>
          </a:p>
        </p:txBody>
      </p:sp>
      <p:cxnSp>
        <p:nvCxnSpPr>
          <p:cNvPr id="6" name="Line 1">
            <a:extLst>
              <a:ext uri="{FF2B5EF4-FFF2-40B4-BE49-F238E27FC236}">
                <a16:creationId xmlns:a16="http://schemas.microsoft.com/office/drawing/2014/main" id="{2986C28B-BDF4-6E69-7F2F-66F60CBC7D92}"/>
              </a:ext>
            </a:extLst>
          </p:cNvPr>
          <p:cNvCxnSpPr>
            <a:cxnSpLocks/>
          </p:cNvCxnSpPr>
          <p:nvPr userDrawn="1"/>
        </p:nvCxnSpPr>
        <p:spPr>
          <a:xfrm>
            <a:off x="686733" y="7755175"/>
            <a:ext cx="7365067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87D72CA-2E11-9D13-D00E-0A43CA06C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7EC8492-C09E-B457-6E8F-AC1F4AA054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9242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4b - Number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4b (2 numbers and text)</a:t>
            </a: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818000"/>
            <a:ext cx="43561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 for the third number</a:t>
            </a:r>
          </a:p>
        </p:txBody>
      </p:sp>
      <p:sp>
        <p:nvSpPr>
          <p:cNvPr id="14" name="Number 3 Placeholder">
            <a:extLst>
              <a:ext uri="{FF2B5EF4-FFF2-40B4-BE49-F238E27FC236}">
                <a16:creationId xmlns:a16="http://schemas.microsoft.com/office/drawing/2014/main" id="{EB795BFF-735C-218F-3A30-76B29EA892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96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/>
              <a:t>00</a:t>
            </a:r>
            <a:endParaRPr lang="en-GB" noProof="0"/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10818000"/>
            <a:ext cx="43180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 for the second number</a:t>
            </a:r>
          </a:p>
        </p:txBody>
      </p:sp>
      <p:sp>
        <p:nvSpPr>
          <p:cNvPr id="12" name="Number 2 Placeholder">
            <a:extLst>
              <a:ext uri="{FF2B5EF4-FFF2-40B4-BE49-F238E27FC236}">
                <a16:creationId xmlns:a16="http://schemas.microsoft.com/office/drawing/2014/main" id="{C566C544-5811-480F-8074-5D24EB790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84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/>
              <a:t>00</a:t>
            </a:r>
            <a:endParaRPr lang="en-GB" noProof="0"/>
          </a:p>
        </p:txBody>
      </p:sp>
      <p:cxnSp>
        <p:nvCxnSpPr>
          <p:cNvPr id="9" name="Line 2">
            <a:extLst>
              <a:ext uri="{FF2B5EF4-FFF2-40B4-BE49-F238E27FC236}">
                <a16:creationId xmlns:a16="http://schemas.microsoft.com/office/drawing/2014/main" id="{8D42D715-09A8-D3F8-C5EE-2B3E139273D5}"/>
              </a:ext>
            </a:extLst>
          </p:cNvPr>
          <p:cNvCxnSpPr>
            <a:cxnSpLocks/>
          </p:cNvCxnSpPr>
          <p:nvPr userDrawn="1"/>
        </p:nvCxnSpPr>
        <p:spPr>
          <a:xfrm>
            <a:off x="8486784" y="7755175"/>
            <a:ext cx="7377104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312053F1-9CEC-9A19-F7C5-8869FA533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BAA6CEE1-EE1A-CF83-E811-72643435FE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046893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4c - Number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4a (1 number and text)</a:t>
            </a: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818000"/>
            <a:ext cx="43561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 for the third number</a:t>
            </a:r>
          </a:p>
        </p:txBody>
      </p:sp>
      <p:sp>
        <p:nvSpPr>
          <p:cNvPr id="14" name="Number 3 Placeholder">
            <a:extLst>
              <a:ext uri="{FF2B5EF4-FFF2-40B4-BE49-F238E27FC236}">
                <a16:creationId xmlns:a16="http://schemas.microsoft.com/office/drawing/2014/main" id="{EB795BFF-735C-218F-3A30-76B29EA892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96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/>
              <a:t>00</a:t>
            </a:r>
            <a:endParaRPr lang="en-GB" noProof="0"/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8BC1228-5121-EFD3-7DA9-995C392CA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4AF32CB-0E02-708D-EFA7-39F022530E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4023838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5a - 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5a (Single column paragraph)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D9A39D9-DADA-8E2E-5E38-A781C33F54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4679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1CBFA3B-B49D-E8FF-4CCE-905733BF98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07900" y="5388272"/>
            <a:ext cx="11295550" cy="71994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EC81072D-4354-2ADE-5149-06B6039FF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48597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90742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5b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5b (2-columns paragraph)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" name="Column 2 Placeholder">
            <a:extLst>
              <a:ext uri="{FF2B5EF4-FFF2-40B4-BE49-F238E27FC236}">
                <a16:creationId xmlns:a16="http://schemas.microsoft.com/office/drawing/2014/main" id="{571D2CAF-3969-91C7-FB76-E9D42FE4D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75300" y="5382134"/>
            <a:ext cx="5435600" cy="7203565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here to edit column 2</a:t>
            </a:r>
            <a:br>
              <a:rPr lang="en-GB" noProof="0"/>
            </a:br>
            <a:endParaRPr lang="en-GB" sz="3200" noProof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04185345-DB14-AEE0-0D25-D3893C89C9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E8B1A1B-FD08-5559-8F7D-2184E02399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4679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  <p:sp>
        <p:nvSpPr>
          <p:cNvPr id="7" name="Column 2 Placeholder">
            <a:extLst>
              <a:ext uri="{FF2B5EF4-FFF2-40B4-BE49-F238E27FC236}">
                <a16:creationId xmlns:a16="http://schemas.microsoft.com/office/drawing/2014/main" id="{9E63AC50-436B-CF93-ECEB-6C18715369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07900" y="5388273"/>
            <a:ext cx="5435600" cy="7203565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edit column 1</a:t>
            </a:r>
            <a:br>
              <a:rPr lang="en-US"/>
            </a:br>
            <a:endParaRPr lang="en-US" sz="32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481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5c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5c (Single column paragraph on the left side)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4913313"/>
            <a:ext cx="11303000" cy="76723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D4E5E1A-AE6A-EB99-90E0-47031075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636585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5d - 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5d (2-columns paragraph on the left side)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" name="Column 2 Placeholder">
            <a:extLst>
              <a:ext uri="{FF2B5EF4-FFF2-40B4-BE49-F238E27FC236}">
                <a16:creationId xmlns:a16="http://schemas.microsoft.com/office/drawing/2014/main" id="{571D2CAF-3969-91C7-FB76-E9D42FE4D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0500" y="4913313"/>
            <a:ext cx="5435600" cy="7685087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here to edit column 2</a:t>
            </a:r>
            <a:br>
              <a:rPr lang="en-GB" noProof="0"/>
            </a:br>
            <a:endParaRPr lang="en-GB" sz="3200" noProof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98DE017C-3B45-D71A-E6A0-FD193E961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1EE93471-5A31-1848-6E1D-4DB4C55183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4913313"/>
            <a:ext cx="5585184" cy="76723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column 1</a:t>
            </a:r>
            <a:b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95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Image and Text 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6a (Image, Single column paragraph)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07900" y="5388272"/>
            <a:ext cx="11295550" cy="71994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E32483BB-E2C8-4A52-99FB-955379B8439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1976100" cy="13716000"/>
          </a:xfrm>
          <a:prstGeom prst="rect">
            <a:avLst/>
          </a:prstGeom>
        </p:spPr>
        <p:txBody>
          <a:bodyPr wrap="none" lIns="0" tIns="5400000" rIns="0" bIns="0"/>
          <a:lstStyle>
            <a:lvl1pPr marL="0" indent="0" algn="ctr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below in the center to change the picture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052A030-1084-BEB5-BABB-2E13026BA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05700" y="2058300"/>
            <a:ext cx="11305200" cy="2369673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the title</a:t>
            </a:r>
            <a:br>
              <a:rPr lang="en-GB" noProof="0"/>
            </a:br>
            <a:br>
              <a:rPr lang="en-GB" noProof="0"/>
            </a:b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30930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Image and Text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/>
              <a:t>Info Layout 6b (Image, 2-columns paragraph)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" name="Column 2 Placeholder">
            <a:extLst>
              <a:ext uri="{FF2B5EF4-FFF2-40B4-BE49-F238E27FC236}">
                <a16:creationId xmlns:a16="http://schemas.microsoft.com/office/drawing/2014/main" id="{571D2CAF-3969-91C7-FB76-E9D42FE4D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75300" y="5388273"/>
            <a:ext cx="5435600" cy="7203565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edit column 2</a:t>
            </a:r>
            <a:br>
              <a:rPr lang="en-US"/>
            </a:br>
            <a:endParaRPr lang="en-US" sz="32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Column 2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07900" y="5388273"/>
            <a:ext cx="5435600" cy="7203565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edit column 1</a:t>
            </a:r>
            <a:br>
              <a:rPr lang="en-US"/>
            </a:br>
            <a:endParaRPr lang="en-US" sz="32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3E24FC3-7FCD-EB54-0385-CA5F7D69351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1976100" cy="13716000"/>
          </a:xfrm>
          <a:prstGeom prst="rect">
            <a:avLst/>
          </a:prstGeom>
        </p:spPr>
        <p:txBody>
          <a:bodyPr wrap="none" lIns="0" tIns="5400000" rIns="0" bIns="0"/>
          <a:lstStyle>
            <a:lvl1pPr marL="0" indent="0" algn="ctr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below in the center to change the picture</a:t>
            </a:r>
          </a:p>
        </p:txBody>
      </p:sp>
      <p:sp>
        <p:nvSpPr>
          <p:cNvPr id="6" name="Better ask ERNI">
            <a:extLst>
              <a:ext uri="{FF2B5EF4-FFF2-40B4-BE49-F238E27FC236}">
                <a16:creationId xmlns:a16="http://schemas.microsoft.com/office/drawing/2014/main" id="{7B04D67F-E619-C7F4-B6AA-1E5FF7587397}"/>
              </a:ext>
            </a:extLst>
          </p:cNvPr>
          <p:cNvSpPr txBox="1">
            <a:spLocks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73D3D13-CA08-0475-7207-B0136976B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05700" y="2058300"/>
            <a:ext cx="11305200" cy="2369673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the title</a:t>
            </a:r>
          </a:p>
        </p:txBody>
      </p:sp>
    </p:spTree>
    <p:extLst>
      <p:ext uri="{BB962C8B-B14F-4D97-AF65-F5344CB8AC3E}">
        <p14:creationId xmlns:p14="http://schemas.microsoft.com/office/powerpoint/2010/main" val="3028859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7a - Bullet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/>
              <a:t>Info Layout 7a (Bullet points on the left, Subtitle on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8" name="Bullets Placeholder">
            <a:extLst>
              <a:ext uri="{FF2B5EF4-FFF2-40B4-BE49-F238E27FC236}">
                <a16:creationId xmlns:a16="http://schemas.microsoft.com/office/drawing/2014/main" id="{EE97F426-DFD7-7DCA-EB49-BB90B716C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100" y="5777987"/>
            <a:ext cx="11303000" cy="6839463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9" name="Bullets Subtitle Placeholder">
            <a:extLst>
              <a:ext uri="{FF2B5EF4-FFF2-40B4-BE49-F238E27FC236}">
                <a16:creationId xmlns:a16="http://schemas.microsoft.com/office/drawing/2014/main" id="{C0E10071-941E-F354-8630-D3ADB74D3A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999" y="4909001"/>
            <a:ext cx="11303000" cy="7151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4F71BBDE-793D-EC32-7EB3-7DE897AFD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BC39B106-B631-BB14-57C5-1A3FFE1FB0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483657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7b - Bullet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7b (2 Columns of Bullet points, Subtitle on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7" name="Bullets Subtitle Placeholder">
            <a:extLst>
              <a:ext uri="{FF2B5EF4-FFF2-40B4-BE49-F238E27FC236}">
                <a16:creationId xmlns:a16="http://schemas.microsoft.com/office/drawing/2014/main" id="{0E4B4AEC-0A0D-365A-948E-142ED8CAA5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999" y="4909001"/>
            <a:ext cx="11303000" cy="7151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8" name="Bullets Placeholder">
            <a:extLst>
              <a:ext uri="{FF2B5EF4-FFF2-40B4-BE49-F238E27FC236}">
                <a16:creationId xmlns:a16="http://schemas.microsoft.com/office/drawing/2014/main" id="{EDA36390-81C8-44F4-8F00-C39BB4013B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100" y="5777989"/>
            <a:ext cx="11303000" cy="6807712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9" name="Bullets Placeholder">
            <a:extLst>
              <a:ext uri="{FF2B5EF4-FFF2-40B4-BE49-F238E27FC236}">
                <a16:creationId xmlns:a16="http://schemas.microsoft.com/office/drawing/2014/main" id="{E01CDE40-DA07-F7BC-B334-C666D0970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07900" y="5777989"/>
            <a:ext cx="11303000" cy="6807712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CEFE676-FE51-4424-D843-6D137EFDEB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5E851FAC-6233-F2B8-F9B7-9858B2364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842856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a - Subtitle 3 Icons Right Separat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8a (3 icons with separators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0" name="Icon 3 Placeholder">
            <a:extLst>
              <a:ext uri="{FF2B5EF4-FFF2-40B4-BE49-F238E27FC236}">
                <a16:creationId xmlns:a16="http://schemas.microsoft.com/office/drawing/2014/main" id="{391AF0AC-0B70-1E41-C9BD-1B5C8D91426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81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8" name="Option 3 description">
            <a:extLst>
              <a:ext uri="{FF2B5EF4-FFF2-40B4-BE49-F238E27FC236}">
                <a16:creationId xmlns:a16="http://schemas.microsoft.com/office/drawing/2014/main" id="{BA3BF6CC-EF45-80CA-6ED1-79C552729D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349412" y="1117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4" name="Option 3 title">
            <a:extLst>
              <a:ext uri="{FF2B5EF4-FFF2-40B4-BE49-F238E27FC236}">
                <a16:creationId xmlns:a16="http://schemas.microsoft.com/office/drawing/2014/main" id="{A4ECD407-42E2-4D60-0AD4-CDFC60BF4A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51000" y="1059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D884980-2CE9-76D0-4CA8-09753ED313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9412" y="865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3" name="Option 2 title">
            <a:extLst>
              <a:ext uri="{FF2B5EF4-FFF2-40B4-BE49-F238E27FC236}">
                <a16:creationId xmlns:a16="http://schemas.microsoft.com/office/drawing/2014/main" id="{B29C10DE-A32B-505F-786C-2D17A0E204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9412" y="807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9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6" name="Option 1 description">
            <a:extLst>
              <a:ext uri="{FF2B5EF4-FFF2-40B4-BE49-F238E27FC236}">
                <a16:creationId xmlns:a16="http://schemas.microsoft.com/office/drawing/2014/main" id="{9CBED14D-6F81-CE74-BA71-09550E698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2" name="Option 1 title">
            <a:extLst>
              <a:ext uri="{FF2B5EF4-FFF2-40B4-BE49-F238E27FC236}">
                <a16:creationId xmlns:a16="http://schemas.microsoft.com/office/drawing/2014/main" id="{30AE37D0-E23D-E7DE-77F7-33BB8E761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1" name="Separator 4">
            <a:extLst>
              <a:ext uri="{FF2B5EF4-FFF2-40B4-BE49-F238E27FC236}">
                <a16:creationId xmlns:a16="http://schemas.microsoft.com/office/drawing/2014/main" id="{B33D1E5A-8B0C-C591-746A-6380A7E5E348}"/>
              </a:ext>
            </a:extLst>
          </p:cNvPr>
          <p:cNvSpPr/>
          <p:nvPr userDrawn="1"/>
        </p:nvSpPr>
        <p:spPr>
          <a:xfrm flipV="1">
            <a:off x="12407900" y="12569505"/>
            <a:ext cx="11304000" cy="16195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9" name="Separator 3">
            <a:extLst>
              <a:ext uri="{FF2B5EF4-FFF2-40B4-BE49-F238E27FC236}">
                <a16:creationId xmlns:a16="http://schemas.microsoft.com/office/drawing/2014/main" id="{9CD59BB1-06E6-40D3-A49D-1E08A3CD14AD}"/>
              </a:ext>
            </a:extLst>
          </p:cNvPr>
          <p:cNvSpPr/>
          <p:nvPr userDrawn="1"/>
        </p:nvSpPr>
        <p:spPr>
          <a:xfrm flipV="1">
            <a:off x="12407900" y="10208551"/>
            <a:ext cx="11304000" cy="1610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0244AAC3-1E6E-56CF-E3EA-3FE5C8A9D9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4679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7FA3314C-5C55-8928-83B3-D31303567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264282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b - Subtitle 2 Icons Right Separat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8b (2 icons with separators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D884980-2CE9-76D0-4CA8-09753ED313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9412" y="865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3" name="Option 2 title">
            <a:extLst>
              <a:ext uri="{FF2B5EF4-FFF2-40B4-BE49-F238E27FC236}">
                <a16:creationId xmlns:a16="http://schemas.microsoft.com/office/drawing/2014/main" id="{B29C10DE-A32B-505F-786C-2D17A0E204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9412" y="807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9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6" name="Option 1 description">
            <a:extLst>
              <a:ext uri="{FF2B5EF4-FFF2-40B4-BE49-F238E27FC236}">
                <a16:creationId xmlns:a16="http://schemas.microsoft.com/office/drawing/2014/main" id="{9CBED14D-6F81-CE74-BA71-09550E698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2" name="Option 1 title">
            <a:extLst>
              <a:ext uri="{FF2B5EF4-FFF2-40B4-BE49-F238E27FC236}">
                <a16:creationId xmlns:a16="http://schemas.microsoft.com/office/drawing/2014/main" id="{30AE37D0-E23D-E7DE-77F7-33BB8E761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9" name="Separator 3">
            <a:extLst>
              <a:ext uri="{FF2B5EF4-FFF2-40B4-BE49-F238E27FC236}">
                <a16:creationId xmlns:a16="http://schemas.microsoft.com/office/drawing/2014/main" id="{9CD59BB1-06E6-40D3-A49D-1E08A3CD14AD}"/>
              </a:ext>
            </a:extLst>
          </p:cNvPr>
          <p:cNvSpPr/>
          <p:nvPr userDrawn="1"/>
        </p:nvSpPr>
        <p:spPr>
          <a:xfrm flipV="1">
            <a:off x="12407900" y="10208551"/>
            <a:ext cx="11304000" cy="1610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25AE47FB-D74B-F0B0-2C7F-42825F2E1A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4679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92B7D216-629B-2BB6-34F4-AE0AB3BB4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684247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c -  4 Icons Right Separat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8c (4 icons with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6" name="Option 4 description">
            <a:extLst>
              <a:ext uri="{FF2B5EF4-FFF2-40B4-BE49-F238E27FC236}">
                <a16:creationId xmlns:a16="http://schemas.microsoft.com/office/drawing/2014/main" id="{0D457305-0855-A583-F82C-A477FBE694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349412" y="1117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9" name="Option 4 title">
            <a:extLst>
              <a:ext uri="{FF2B5EF4-FFF2-40B4-BE49-F238E27FC236}">
                <a16:creationId xmlns:a16="http://schemas.microsoft.com/office/drawing/2014/main" id="{E4710F31-9245-E46B-C58C-B9C7A168B0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51000" y="1059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4 title</a:t>
            </a:r>
          </a:p>
        </p:txBody>
      </p:sp>
      <p:sp>
        <p:nvSpPr>
          <p:cNvPr id="25" name="Option 3 description">
            <a:extLst>
              <a:ext uri="{FF2B5EF4-FFF2-40B4-BE49-F238E27FC236}">
                <a16:creationId xmlns:a16="http://schemas.microsoft.com/office/drawing/2014/main" id="{0A4A3204-C857-8FEB-0046-22957C4B3F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9412" y="865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6" name="Option 3 title">
            <a:extLst>
              <a:ext uri="{FF2B5EF4-FFF2-40B4-BE49-F238E27FC236}">
                <a16:creationId xmlns:a16="http://schemas.microsoft.com/office/drawing/2014/main" id="{EDDC422C-DBB9-A600-9605-C80BBACCF9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9412" y="807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838AAAB-CE52-B086-1A8F-CE148F3726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8" name="Option 2 title">
            <a:extLst>
              <a:ext uri="{FF2B5EF4-FFF2-40B4-BE49-F238E27FC236}">
                <a16:creationId xmlns:a16="http://schemas.microsoft.com/office/drawing/2014/main" id="{5FEB3485-A83D-1525-B974-8FA515D8F5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0" name="Option 1 description">
            <a:extLst>
              <a:ext uri="{FF2B5EF4-FFF2-40B4-BE49-F238E27FC236}">
                <a16:creationId xmlns:a16="http://schemas.microsoft.com/office/drawing/2014/main" id="{FAB2818A-5FCB-D1D9-F504-1D44CC4FC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49412" y="353662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31" name="Option 1 title">
            <a:extLst>
              <a:ext uri="{FF2B5EF4-FFF2-40B4-BE49-F238E27FC236}">
                <a16:creationId xmlns:a16="http://schemas.microsoft.com/office/drawing/2014/main" id="{6E6BEA22-B885-124D-9BCE-1DEF24FC3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51000" y="295342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20" name="Icon 3 Placeholder">
            <a:extLst>
              <a:ext uri="{FF2B5EF4-FFF2-40B4-BE49-F238E27FC236}">
                <a16:creationId xmlns:a16="http://schemas.microsoft.com/office/drawing/2014/main" id="{391AF0AC-0B70-1E41-C9BD-1B5C8D91426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81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9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3" name="Icon 0 Placeholder">
            <a:extLst>
              <a:ext uri="{FF2B5EF4-FFF2-40B4-BE49-F238E27FC236}">
                <a16:creationId xmlns:a16="http://schemas.microsoft.com/office/drawing/2014/main" id="{AD614207-CD8A-E66C-588E-9E6625C57BD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406899" y="306479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1" name="Separator 4">
            <a:extLst>
              <a:ext uri="{FF2B5EF4-FFF2-40B4-BE49-F238E27FC236}">
                <a16:creationId xmlns:a16="http://schemas.microsoft.com/office/drawing/2014/main" id="{B33D1E5A-8B0C-C591-746A-6380A7E5E348}"/>
              </a:ext>
            </a:extLst>
          </p:cNvPr>
          <p:cNvSpPr/>
          <p:nvPr userDrawn="1"/>
        </p:nvSpPr>
        <p:spPr>
          <a:xfrm flipV="1">
            <a:off x="12407900" y="12569505"/>
            <a:ext cx="11304000" cy="16195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9" name="Separator 3">
            <a:extLst>
              <a:ext uri="{FF2B5EF4-FFF2-40B4-BE49-F238E27FC236}">
                <a16:creationId xmlns:a16="http://schemas.microsoft.com/office/drawing/2014/main" id="{9CD59BB1-06E6-40D3-A49D-1E08A3CD14AD}"/>
              </a:ext>
            </a:extLst>
          </p:cNvPr>
          <p:cNvSpPr/>
          <p:nvPr userDrawn="1"/>
        </p:nvSpPr>
        <p:spPr>
          <a:xfrm flipV="1">
            <a:off x="12407900" y="10208551"/>
            <a:ext cx="11304000" cy="1610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Separator 0">
            <a:extLst>
              <a:ext uri="{FF2B5EF4-FFF2-40B4-BE49-F238E27FC236}">
                <a16:creationId xmlns:a16="http://schemas.microsoft.com/office/drawing/2014/main" id="{D57BF0E6-327B-97A2-E814-2B1BE64390C4}"/>
              </a:ext>
            </a:extLst>
          </p:cNvPr>
          <p:cNvSpPr/>
          <p:nvPr userDrawn="1"/>
        </p:nvSpPr>
        <p:spPr>
          <a:xfrm flipV="1">
            <a:off x="12406900" y="2540000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6108EC6-BE57-25CB-51AD-EB7AD60AC4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280630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d - 3 Icons Right Separat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8d (3 icons with separators)</a:t>
            </a:r>
          </a:p>
        </p:txBody>
      </p:sp>
      <p:sp>
        <p:nvSpPr>
          <p:cNvPr id="25" name="Option 3 description">
            <a:extLst>
              <a:ext uri="{FF2B5EF4-FFF2-40B4-BE49-F238E27FC236}">
                <a16:creationId xmlns:a16="http://schemas.microsoft.com/office/drawing/2014/main" id="{0A4A3204-C857-8FEB-0046-22957C4B3F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9412" y="865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6" name="Option 3 title">
            <a:extLst>
              <a:ext uri="{FF2B5EF4-FFF2-40B4-BE49-F238E27FC236}">
                <a16:creationId xmlns:a16="http://schemas.microsoft.com/office/drawing/2014/main" id="{EDDC422C-DBB9-A600-9605-C80BBACCF9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9412" y="807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838AAAB-CE52-B086-1A8F-CE148F3726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8" name="Option 2 title">
            <a:extLst>
              <a:ext uri="{FF2B5EF4-FFF2-40B4-BE49-F238E27FC236}">
                <a16:creationId xmlns:a16="http://schemas.microsoft.com/office/drawing/2014/main" id="{5FEB3485-A83D-1525-B974-8FA515D8F5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0" name="Option 1 description">
            <a:extLst>
              <a:ext uri="{FF2B5EF4-FFF2-40B4-BE49-F238E27FC236}">
                <a16:creationId xmlns:a16="http://schemas.microsoft.com/office/drawing/2014/main" id="{FAB2818A-5FCB-D1D9-F504-1D44CC4FC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49412" y="353662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31" name="Option 1 title">
            <a:extLst>
              <a:ext uri="{FF2B5EF4-FFF2-40B4-BE49-F238E27FC236}">
                <a16:creationId xmlns:a16="http://schemas.microsoft.com/office/drawing/2014/main" id="{6E6BEA22-B885-124D-9BCE-1DEF24FC3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51000" y="295342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9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3" name="Icon 0 Placeholder">
            <a:extLst>
              <a:ext uri="{FF2B5EF4-FFF2-40B4-BE49-F238E27FC236}">
                <a16:creationId xmlns:a16="http://schemas.microsoft.com/office/drawing/2014/main" id="{AD614207-CD8A-E66C-588E-9E6625C57BD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406899" y="306479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9" name="Separator 3">
            <a:extLst>
              <a:ext uri="{FF2B5EF4-FFF2-40B4-BE49-F238E27FC236}">
                <a16:creationId xmlns:a16="http://schemas.microsoft.com/office/drawing/2014/main" id="{9CD59BB1-06E6-40D3-A49D-1E08A3CD14AD}"/>
              </a:ext>
            </a:extLst>
          </p:cNvPr>
          <p:cNvSpPr/>
          <p:nvPr userDrawn="1"/>
        </p:nvSpPr>
        <p:spPr>
          <a:xfrm flipV="1">
            <a:off x="12407900" y="10208551"/>
            <a:ext cx="11304000" cy="1610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Separator 0">
            <a:extLst>
              <a:ext uri="{FF2B5EF4-FFF2-40B4-BE49-F238E27FC236}">
                <a16:creationId xmlns:a16="http://schemas.microsoft.com/office/drawing/2014/main" id="{D57BF0E6-327B-97A2-E814-2B1BE64390C4}"/>
              </a:ext>
            </a:extLst>
          </p:cNvPr>
          <p:cNvSpPr/>
          <p:nvPr userDrawn="1"/>
        </p:nvSpPr>
        <p:spPr>
          <a:xfrm flipV="1">
            <a:off x="12406900" y="2540000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1879BEB3-759D-3539-3C71-8A713247F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307396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e -  2 Icons Right Separa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8e (2 icons with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838AAAB-CE52-B086-1A8F-CE148F3726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8" name="Option 2 title">
            <a:extLst>
              <a:ext uri="{FF2B5EF4-FFF2-40B4-BE49-F238E27FC236}">
                <a16:creationId xmlns:a16="http://schemas.microsoft.com/office/drawing/2014/main" id="{5FEB3485-A83D-1525-B974-8FA515D8F5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0" name="Option 1 description">
            <a:extLst>
              <a:ext uri="{FF2B5EF4-FFF2-40B4-BE49-F238E27FC236}">
                <a16:creationId xmlns:a16="http://schemas.microsoft.com/office/drawing/2014/main" id="{FAB2818A-5FCB-D1D9-F504-1D44CC4FC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49412" y="353662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31" name="Option 1 title">
            <a:extLst>
              <a:ext uri="{FF2B5EF4-FFF2-40B4-BE49-F238E27FC236}">
                <a16:creationId xmlns:a16="http://schemas.microsoft.com/office/drawing/2014/main" id="{6E6BEA22-B885-124D-9BCE-1DEF24FC3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51000" y="295342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3" name="Icon 0 Placeholder">
            <a:extLst>
              <a:ext uri="{FF2B5EF4-FFF2-40B4-BE49-F238E27FC236}">
                <a16:creationId xmlns:a16="http://schemas.microsoft.com/office/drawing/2014/main" id="{AD614207-CD8A-E66C-588E-9E6625C57BD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406899" y="306479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Separator 0">
            <a:extLst>
              <a:ext uri="{FF2B5EF4-FFF2-40B4-BE49-F238E27FC236}">
                <a16:creationId xmlns:a16="http://schemas.microsoft.com/office/drawing/2014/main" id="{D57BF0E6-327B-97A2-E814-2B1BE64390C4}"/>
              </a:ext>
            </a:extLst>
          </p:cNvPr>
          <p:cNvSpPr/>
          <p:nvPr userDrawn="1"/>
        </p:nvSpPr>
        <p:spPr>
          <a:xfrm flipV="1">
            <a:off x="12406900" y="2540000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CEB7648C-6E05-4958-A66C-614C84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1387680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9a - Full Graphi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9a  (Full Graphic – title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2DA49C7-686D-A75F-A242-DCC4B7843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2"/>
            <a:ext cx="11303000" cy="217610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3DB0F533-B4AF-1504-618E-626B94450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9416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84514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9b - Full Graphi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/>
              <a:t>Info Layout 9b  (Full Graphic – title, subtitle and text)</a:t>
            </a:r>
          </a:p>
          <a:p>
            <a:r>
              <a:rPr lang="en-GB" sz="2000" noProof="0"/>
              <a:t>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1D68E0-3EF8-B573-BE85-0541B2A87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07900" y="3833813"/>
            <a:ext cx="11303000" cy="215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description text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11CD20F4-709C-0051-9134-7E4850738D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2"/>
            <a:ext cx="11303000" cy="165790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D8E8EFD7-C833-22E2-2AA6-BD01ED743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085708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9c - Full Graphic on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 dirty="0"/>
              <a:t>Info Layout 9c (Full Graphic – title, subtitle and text)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966918-C621-6C82-D1C9-474F3174AF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07900" y="3833813"/>
            <a:ext cx="11303000" cy="215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description text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CE4D54FB-CFF9-F4EA-D3AE-E332A15AEA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2"/>
            <a:ext cx="11303000" cy="165790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39C53B40-FB5A-131C-5F20-305332E1A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7185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 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10 (4 descriptions rectangular)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3" name="Option 4 Background">
            <a:extLst>
              <a:ext uri="{FF2B5EF4-FFF2-40B4-BE49-F238E27FC236}">
                <a16:creationId xmlns:a16="http://schemas.microsoft.com/office/drawing/2014/main" id="{1D5F0405-66BE-AFC3-B418-C4EF50CCF8DF}"/>
              </a:ext>
            </a:extLst>
          </p:cNvPr>
          <p:cNvSpPr>
            <a:spLocks/>
          </p:cNvSpPr>
          <p:nvPr userDrawn="1"/>
        </p:nvSpPr>
        <p:spPr>
          <a:xfrm>
            <a:off x="18672000" y="5777988"/>
            <a:ext cx="5038900" cy="6475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2" name="Option 3 Background">
            <a:extLst>
              <a:ext uri="{FF2B5EF4-FFF2-40B4-BE49-F238E27FC236}">
                <a16:creationId xmlns:a16="http://schemas.microsoft.com/office/drawing/2014/main" id="{C370F1FA-12D3-A0B1-1EEA-80DBF6DF14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672366" y="5777988"/>
            <a:ext cx="5038900" cy="6475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1" name="Option 2 Background">
            <a:extLst>
              <a:ext uri="{FF2B5EF4-FFF2-40B4-BE49-F238E27FC236}">
                <a16:creationId xmlns:a16="http://schemas.microsoft.com/office/drawing/2014/main" id="{1A09C53E-8295-860F-A834-EC57C2A61F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72733" y="5777988"/>
            <a:ext cx="5038900" cy="6475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0" name="Option 1 Background">
            <a:extLst>
              <a:ext uri="{FF2B5EF4-FFF2-40B4-BE49-F238E27FC236}">
                <a16:creationId xmlns:a16="http://schemas.microsoft.com/office/drawing/2014/main" id="{A60704B5-9F81-82C3-CFEA-ECD0D1082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100" y="5777988"/>
            <a:ext cx="5038900" cy="6475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8" name="Person 4 description">
            <a:extLst>
              <a:ext uri="{FF2B5EF4-FFF2-40B4-BE49-F238E27FC236}">
                <a16:creationId xmlns:a16="http://schemas.microsoft.com/office/drawing/2014/main" id="{3875C845-EC70-8FB7-6A01-B000C37345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032000" y="8658000"/>
            <a:ext cx="4320000" cy="28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9" name="Name 4">
            <a:extLst>
              <a:ext uri="{FF2B5EF4-FFF2-40B4-BE49-F238E27FC236}">
                <a16:creationId xmlns:a16="http://schemas.microsoft.com/office/drawing/2014/main" id="{92D327A1-D5E7-F5D4-3143-EF1D5DAB095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032000" y="7578000"/>
            <a:ext cx="4320000" cy="10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4</a:t>
            </a:r>
          </a:p>
        </p:txBody>
      </p:sp>
      <p:sp>
        <p:nvSpPr>
          <p:cNvPr id="2" name="Person 3 description">
            <a:extLst>
              <a:ext uri="{FF2B5EF4-FFF2-40B4-BE49-F238E27FC236}">
                <a16:creationId xmlns:a16="http://schemas.microsoft.com/office/drawing/2014/main" id="{F17287C8-3528-F373-550D-00E598C1C3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52707" y="8658000"/>
            <a:ext cx="4320000" cy="28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6" name="Name 3">
            <a:extLst>
              <a:ext uri="{FF2B5EF4-FFF2-40B4-BE49-F238E27FC236}">
                <a16:creationId xmlns:a16="http://schemas.microsoft.com/office/drawing/2014/main" id="{9AA9E2C9-67EA-1E2F-C208-D1392452F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52707" y="7578000"/>
            <a:ext cx="4320000" cy="10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3</a:t>
            </a:r>
          </a:p>
        </p:txBody>
      </p:sp>
      <p:sp>
        <p:nvSpPr>
          <p:cNvPr id="8" name="Person 2 description">
            <a:extLst>
              <a:ext uri="{FF2B5EF4-FFF2-40B4-BE49-F238E27FC236}">
                <a16:creationId xmlns:a16="http://schemas.microsoft.com/office/drawing/2014/main" id="{0FFF51ED-C425-D3D6-A64C-74624A8CA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60559" y="8658000"/>
            <a:ext cx="4320000" cy="28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9" name="Name 2">
            <a:extLst>
              <a:ext uri="{FF2B5EF4-FFF2-40B4-BE49-F238E27FC236}">
                <a16:creationId xmlns:a16="http://schemas.microsoft.com/office/drawing/2014/main" id="{9AEAEFB4-7875-9C3A-49AD-9F3870A789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60559" y="7578000"/>
            <a:ext cx="4320000" cy="10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2</a:t>
            </a:r>
          </a:p>
        </p:txBody>
      </p:sp>
      <p:sp>
        <p:nvSpPr>
          <p:cNvPr id="11" name="Person 1 description">
            <a:extLst>
              <a:ext uri="{FF2B5EF4-FFF2-40B4-BE49-F238E27FC236}">
                <a16:creationId xmlns:a16="http://schemas.microsoft.com/office/drawing/2014/main" id="{2C73F3B9-62B0-9DE7-727D-2EB3C0C1E1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2000" y="8658000"/>
            <a:ext cx="4320000" cy="28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2" name="Name 1">
            <a:extLst>
              <a:ext uri="{FF2B5EF4-FFF2-40B4-BE49-F238E27FC236}">
                <a16:creationId xmlns:a16="http://schemas.microsoft.com/office/drawing/2014/main" id="{9CCBC7C2-DEE5-5227-D8C9-349E2E96CC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578000"/>
            <a:ext cx="4320000" cy="10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1</a:t>
            </a:r>
          </a:p>
        </p:txBody>
      </p:sp>
      <p:sp>
        <p:nvSpPr>
          <p:cNvPr id="3" name="Icon 1 Placeholder">
            <a:extLst>
              <a:ext uri="{FF2B5EF4-FFF2-40B4-BE49-F238E27FC236}">
                <a16:creationId xmlns:a16="http://schemas.microsoft.com/office/drawing/2014/main" id="{9CE05D05-4C2D-6027-5573-134DE6834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32000" y="609955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5" name="Icon 1 Placeholder">
            <a:extLst>
              <a:ext uri="{FF2B5EF4-FFF2-40B4-BE49-F238E27FC236}">
                <a16:creationId xmlns:a16="http://schemas.microsoft.com/office/drawing/2014/main" id="{8E591EAD-F3FA-D750-49B6-9AB027D9A76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060559" y="6094149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6" name="Icon 1 Placeholder">
            <a:extLst>
              <a:ext uri="{FF2B5EF4-FFF2-40B4-BE49-F238E27FC236}">
                <a16:creationId xmlns:a16="http://schemas.microsoft.com/office/drawing/2014/main" id="{F3EEB811-9564-DE12-94E5-4C69DCC8FB9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3052707" y="6088001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7" name="Icon 1 Placeholder">
            <a:extLst>
              <a:ext uri="{FF2B5EF4-FFF2-40B4-BE49-F238E27FC236}">
                <a16:creationId xmlns:a16="http://schemas.microsoft.com/office/drawing/2014/main" id="{0479DABD-0B75-AEED-6E64-A7E08F40A1E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032000" y="609955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24" name="Title Placeholder">
            <a:extLst>
              <a:ext uri="{FF2B5EF4-FFF2-40B4-BE49-F238E27FC236}">
                <a16:creationId xmlns:a16="http://schemas.microsoft.com/office/drawing/2014/main" id="{06851EB4-1D9F-A460-8FD8-EC51B253C6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27" name="Subtitle Placeholder">
            <a:extLst>
              <a:ext uri="{FF2B5EF4-FFF2-40B4-BE49-F238E27FC236}">
                <a16:creationId xmlns:a16="http://schemas.microsoft.com/office/drawing/2014/main" id="{C2FC6C43-C210-FDCD-9671-2C4A9F57BA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023217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Con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Info Layout Contract 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B5C63212-1F65-0DE1-A07C-C7840F6F1F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3C54B09-CBC7-7122-8436-F5099AFB2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10AC9858-AE15-9BB7-E510-755B367B0F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49" y="4913313"/>
            <a:ext cx="23042029" cy="76723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613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 Layou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Comparison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28736" y="8108138"/>
            <a:ext cx="9780293" cy="47117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B5C63212-1F65-0DE1-A07C-C7840F6F1F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177479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3C54B09-CBC7-7122-8436-F5099AFB2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B189923-6914-8B74-7205-AF85D1070F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3542" y="8108138"/>
            <a:ext cx="9782260" cy="47117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Separator 2">
            <a:extLst>
              <a:ext uri="{FF2B5EF4-FFF2-40B4-BE49-F238E27FC236}">
                <a16:creationId xmlns:a16="http://schemas.microsoft.com/office/drawing/2014/main" id="{6A1C5F9E-283E-96AE-D235-AEACB4D6943E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22017" y="6531552"/>
            <a:ext cx="0" cy="6382285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eparator 2">
            <a:extLst>
              <a:ext uri="{FF2B5EF4-FFF2-40B4-BE49-F238E27FC236}">
                <a16:creationId xmlns:a16="http://schemas.microsoft.com/office/drawing/2014/main" id="{1D6C686D-375F-C251-3A39-27AC6398E2FC}"/>
              </a:ext>
            </a:extLst>
          </p:cNvPr>
          <p:cNvCxnSpPr>
            <a:cxnSpLocks/>
          </p:cNvCxnSpPr>
          <p:nvPr userDrawn="1"/>
        </p:nvCxnSpPr>
        <p:spPr>
          <a:xfrm flipV="1">
            <a:off x="1931886" y="6163451"/>
            <a:ext cx="0" cy="665644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Number placeholder 1">
            <a:extLst>
              <a:ext uri="{FF2B5EF4-FFF2-40B4-BE49-F238E27FC236}">
                <a16:creationId xmlns:a16="http://schemas.microsoft.com/office/drawing/2014/main" id="{5E1039C7-6E3E-109E-C2C2-80A914A8B4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01295" y="8110785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6" name="Number placeholder 1">
            <a:extLst>
              <a:ext uri="{FF2B5EF4-FFF2-40B4-BE49-F238E27FC236}">
                <a16:creationId xmlns:a16="http://schemas.microsoft.com/office/drawing/2014/main" id="{2A04393F-7DB4-BB8A-9CF9-F25139C546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2274" y="8110785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7" name="Number placeholder 1">
            <a:extLst>
              <a:ext uri="{FF2B5EF4-FFF2-40B4-BE49-F238E27FC236}">
                <a16:creationId xmlns:a16="http://schemas.microsoft.com/office/drawing/2014/main" id="{C772C914-11C5-40BA-D3C4-E3AD344729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5528" y="9387309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8" name="Number placeholder 1">
            <a:extLst>
              <a:ext uri="{FF2B5EF4-FFF2-40B4-BE49-F238E27FC236}">
                <a16:creationId xmlns:a16="http://schemas.microsoft.com/office/drawing/2014/main" id="{7A14BDBE-B220-25EC-0752-25ACF09387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401295" y="11948691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9" name="Number placeholder 1">
            <a:extLst>
              <a:ext uri="{FF2B5EF4-FFF2-40B4-BE49-F238E27FC236}">
                <a16:creationId xmlns:a16="http://schemas.microsoft.com/office/drawing/2014/main" id="{3AD19DDC-4058-02A1-29D0-0BDB5FBE22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407900" y="10668000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22" name="Number placeholder 1">
            <a:extLst>
              <a:ext uri="{FF2B5EF4-FFF2-40B4-BE49-F238E27FC236}">
                <a16:creationId xmlns:a16="http://schemas.microsoft.com/office/drawing/2014/main" id="{6B28EF62-41DB-B17A-041A-BA457969BE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5435" y="11886044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23" name="Number placeholder 1">
            <a:extLst>
              <a:ext uri="{FF2B5EF4-FFF2-40B4-BE49-F238E27FC236}">
                <a16:creationId xmlns:a16="http://schemas.microsoft.com/office/drawing/2014/main" id="{0440E44A-3DA9-02B9-BD28-50EE70C79E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7757" y="9369785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24" name="Icon 0 Placeholder">
            <a:extLst>
              <a:ext uri="{FF2B5EF4-FFF2-40B4-BE49-F238E27FC236}">
                <a16:creationId xmlns:a16="http://schemas.microsoft.com/office/drawing/2014/main" id="{2232E6EC-5111-B70D-F962-FB0D2F96870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518198" y="620341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0 Placeholder">
            <a:extLst>
              <a:ext uri="{FF2B5EF4-FFF2-40B4-BE49-F238E27FC236}">
                <a16:creationId xmlns:a16="http://schemas.microsoft.com/office/drawing/2014/main" id="{C11DE5F8-814B-441E-DB71-004C5348B8E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4234183" y="620075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1" name="Number placeholder 1">
            <a:extLst>
              <a:ext uri="{FF2B5EF4-FFF2-40B4-BE49-F238E27FC236}">
                <a16:creationId xmlns:a16="http://schemas.microsoft.com/office/drawing/2014/main" id="{F689365E-8265-7205-C8AA-B74706735F3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2274" y="10628785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7674F673-CE36-9B62-F54A-42229365A4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07900" y="3989085"/>
            <a:ext cx="11303000" cy="17747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dirty="0"/>
              <a:t>Click to edit description text</a:t>
            </a:r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007FADCB-6127-4B6C-A485-DE23B3530D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91183" y="6200757"/>
            <a:ext cx="7784915" cy="177479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103437CE-6FED-B4AA-6DE6-D03E763D361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923864" y="6179454"/>
            <a:ext cx="7784915" cy="177479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834657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Chart Layout 1a (subtitle, 3 numbered texts)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17612" y="11509300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17612" y="10824466"/>
            <a:ext cx="97932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17612" y="8804917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17612" y="8120083"/>
            <a:ext cx="97932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17612" y="6103159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18100" y="5422900"/>
            <a:ext cx="9792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10824466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1" name="Number placeholder 2">
            <a:extLst>
              <a:ext uri="{FF2B5EF4-FFF2-40B4-BE49-F238E27FC236}">
                <a16:creationId xmlns:a16="http://schemas.microsoft.com/office/drawing/2014/main" id="{F00C21D2-B337-B2D1-7803-999369AEB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407900" y="8127283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9" name="Number placeholder 1">
            <a:extLst>
              <a:ext uri="{FF2B5EF4-FFF2-40B4-BE49-F238E27FC236}">
                <a16:creationId xmlns:a16="http://schemas.microsoft.com/office/drawing/2014/main" id="{563009AB-8003-C3D2-8FEC-7059D26D69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07900" y="5430100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6802" y="2094511"/>
            <a:ext cx="11303000" cy="281657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101498D-A236-656A-E78C-6A4D3A80E4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1083"/>
            <a:ext cx="11303000" cy="7674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in the center to add an image/chart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C656AE0C-889A-ED4E-7116-A63B8F94F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26814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Chart Layout 1b (subtitle, 4 numbered texts)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17612" y="11509300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17612" y="10824466"/>
            <a:ext cx="97932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17612" y="8804917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17612" y="8120083"/>
            <a:ext cx="97932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17612" y="6103159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18100" y="5422900"/>
            <a:ext cx="9792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10824466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1" name="Number placeholder 2">
            <a:extLst>
              <a:ext uri="{FF2B5EF4-FFF2-40B4-BE49-F238E27FC236}">
                <a16:creationId xmlns:a16="http://schemas.microsoft.com/office/drawing/2014/main" id="{F00C21D2-B337-B2D1-7803-999369AEB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407900" y="8127283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9" name="Number placeholder 1">
            <a:extLst>
              <a:ext uri="{FF2B5EF4-FFF2-40B4-BE49-F238E27FC236}">
                <a16:creationId xmlns:a16="http://schemas.microsoft.com/office/drawing/2014/main" id="{563009AB-8003-C3D2-8FEC-7059D26D69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07900" y="5430100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101498D-A236-656A-E78C-6A4D3A80E4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3313"/>
            <a:ext cx="11303000" cy="767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in the center to add an image/chart</a:t>
            </a:r>
          </a:p>
        </p:txBody>
      </p:sp>
      <p:sp>
        <p:nvSpPr>
          <p:cNvPr id="2" name="Number placeholder 1">
            <a:extLst>
              <a:ext uri="{FF2B5EF4-FFF2-40B4-BE49-F238E27FC236}">
                <a16:creationId xmlns:a16="http://schemas.microsoft.com/office/drawing/2014/main" id="{62A6AD15-A7DC-E324-6BD4-395E2A9C68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407900" y="2556000"/>
            <a:ext cx="1224100" cy="8215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8" name="Option 1 title">
            <a:extLst>
              <a:ext uri="{FF2B5EF4-FFF2-40B4-BE49-F238E27FC236}">
                <a16:creationId xmlns:a16="http://schemas.microsoft.com/office/drawing/2014/main" id="{4AC1B9D8-84E2-002E-996D-3ADC8CECA7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919200" y="2555720"/>
            <a:ext cx="9792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4" name="Option 1 description">
            <a:extLst>
              <a:ext uri="{FF2B5EF4-FFF2-40B4-BE49-F238E27FC236}">
                <a16:creationId xmlns:a16="http://schemas.microsoft.com/office/drawing/2014/main" id="{981F0795-E135-F5EB-7E02-57DE1F28B2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917612" y="3138920"/>
            <a:ext cx="9793288" cy="11990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6D8A290D-1A1F-4522-BDBA-FF96A25D0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282698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2a - Subtitle-3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Chart Layout 2a (3 icons with separators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0" name="Icon 3 Placeholder">
            <a:extLst>
              <a:ext uri="{FF2B5EF4-FFF2-40B4-BE49-F238E27FC236}">
                <a16:creationId xmlns:a16="http://schemas.microsoft.com/office/drawing/2014/main" id="{391AF0AC-0B70-1E41-C9BD-1B5C8D91426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92825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8" name="Option 3 description">
            <a:extLst>
              <a:ext uri="{FF2B5EF4-FFF2-40B4-BE49-F238E27FC236}">
                <a16:creationId xmlns:a16="http://schemas.microsoft.com/office/drawing/2014/main" id="{BA3BF6CC-EF45-80CA-6ED1-79C552729D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345206" y="115398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4" name="Option 3 title">
            <a:extLst>
              <a:ext uri="{FF2B5EF4-FFF2-40B4-BE49-F238E27FC236}">
                <a16:creationId xmlns:a16="http://schemas.microsoft.com/office/drawing/2014/main" id="{A4ECD407-42E2-4D60-0AD4-CDFC60BF4A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5206" y="10928252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D884980-2CE9-76D0-4CA8-09753ED313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5206" y="8829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3" name="Option 2 title">
            <a:extLst>
              <a:ext uri="{FF2B5EF4-FFF2-40B4-BE49-F238E27FC236}">
                <a16:creationId xmlns:a16="http://schemas.microsoft.com/office/drawing/2014/main" id="{B29C10DE-A32B-505F-786C-2D17A0E204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5206" y="8217452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0530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6" name="Option 1 description">
            <a:extLst>
              <a:ext uri="{FF2B5EF4-FFF2-40B4-BE49-F238E27FC236}">
                <a16:creationId xmlns:a16="http://schemas.microsoft.com/office/drawing/2014/main" id="{9CBED14D-6F81-CE74-BA71-09550E698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5206" y="6041252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2" name="Option 1 title">
            <a:extLst>
              <a:ext uri="{FF2B5EF4-FFF2-40B4-BE49-F238E27FC236}">
                <a16:creationId xmlns:a16="http://schemas.microsoft.com/office/drawing/2014/main" id="{30AE37D0-E23D-E7DE-77F7-33BB8E761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49412" y="5434531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434531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3694" y="2069012"/>
            <a:ext cx="11303000" cy="281798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D41CEEF-D85B-6FEC-DE9F-B4FA638695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3313"/>
            <a:ext cx="11303000" cy="767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in the centre to add an image/chart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0B8E457-AE25-F933-98FC-EB0FA50A54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806440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2b - 4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Chart Layout 2b (4 icons with separators and subtitle)</a:t>
            </a:r>
          </a:p>
        </p:txBody>
      </p:sp>
      <p:sp>
        <p:nvSpPr>
          <p:cNvPr id="20" name="Icon 3 Placeholder">
            <a:extLst>
              <a:ext uri="{FF2B5EF4-FFF2-40B4-BE49-F238E27FC236}">
                <a16:creationId xmlns:a16="http://schemas.microsoft.com/office/drawing/2014/main" id="{391AF0AC-0B70-1E41-C9BD-1B5C8D91426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92825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8" name="Option 3 description">
            <a:extLst>
              <a:ext uri="{FF2B5EF4-FFF2-40B4-BE49-F238E27FC236}">
                <a16:creationId xmlns:a16="http://schemas.microsoft.com/office/drawing/2014/main" id="{BA3BF6CC-EF45-80CA-6ED1-79C552729D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345206" y="115398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4" name="Option 3 title">
            <a:extLst>
              <a:ext uri="{FF2B5EF4-FFF2-40B4-BE49-F238E27FC236}">
                <a16:creationId xmlns:a16="http://schemas.microsoft.com/office/drawing/2014/main" id="{A4ECD407-42E2-4D60-0AD4-CDFC60BF4A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5206" y="10928252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D884980-2CE9-76D0-4CA8-09753ED313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5206" y="8829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3" name="Option 2 title">
            <a:extLst>
              <a:ext uri="{FF2B5EF4-FFF2-40B4-BE49-F238E27FC236}">
                <a16:creationId xmlns:a16="http://schemas.microsoft.com/office/drawing/2014/main" id="{B29C10DE-A32B-505F-786C-2D17A0E204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5206" y="8217452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0530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6" name="Option 1 description">
            <a:extLst>
              <a:ext uri="{FF2B5EF4-FFF2-40B4-BE49-F238E27FC236}">
                <a16:creationId xmlns:a16="http://schemas.microsoft.com/office/drawing/2014/main" id="{9CBED14D-6F81-CE74-BA71-09550E698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5206" y="6041252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2" name="Option 1 title">
            <a:extLst>
              <a:ext uri="{FF2B5EF4-FFF2-40B4-BE49-F238E27FC236}">
                <a16:creationId xmlns:a16="http://schemas.microsoft.com/office/drawing/2014/main" id="{30AE37D0-E23D-E7DE-77F7-33BB8E761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49412" y="5434531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434531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D41CEEF-D85B-6FEC-DE9F-B4FA638695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3313"/>
            <a:ext cx="11303000" cy="767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in the centre to add an image/chart</a:t>
            </a:r>
          </a:p>
        </p:txBody>
      </p:sp>
      <p:sp>
        <p:nvSpPr>
          <p:cNvPr id="7" name="Icon 0 Placeholder">
            <a:extLst>
              <a:ext uri="{FF2B5EF4-FFF2-40B4-BE49-F238E27FC236}">
                <a16:creationId xmlns:a16="http://schemas.microsoft.com/office/drawing/2014/main" id="{15FB69E9-13BA-0B0A-7779-F128BBF01E8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406802" y="25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Option 1 title">
            <a:extLst>
              <a:ext uri="{FF2B5EF4-FFF2-40B4-BE49-F238E27FC236}">
                <a16:creationId xmlns:a16="http://schemas.microsoft.com/office/drawing/2014/main" id="{A709E456-8130-7CA0-A31C-52E37499AA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49412" y="259124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9" name="Option 1 description">
            <a:extLst>
              <a:ext uri="{FF2B5EF4-FFF2-40B4-BE49-F238E27FC236}">
                <a16:creationId xmlns:a16="http://schemas.microsoft.com/office/drawing/2014/main" id="{6589789A-8D3F-A92B-D6B9-8650C23946C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45206" y="322252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A4313DA0-CE53-7436-5168-9ABD04BE2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1869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3 -  Icons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Chart Layout 3 (4 icons with 2-column bullet points)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6" name="Option 4 description">
            <a:extLst>
              <a:ext uri="{FF2B5EF4-FFF2-40B4-BE49-F238E27FC236}">
                <a16:creationId xmlns:a16="http://schemas.microsoft.com/office/drawing/2014/main" id="{E0C33221-5D05-9EB4-FD34-D325F150CD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919200" y="11493700"/>
            <a:ext cx="9791700" cy="1076400"/>
          </a:xfrm>
          <a:prstGeom prst="rect">
            <a:avLst/>
          </a:prstGeom>
        </p:spPr>
        <p:txBody>
          <a:bodyPr lIns="0" tIns="0" rIns="0" bIns="0" numCol="2"/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Second</a:t>
            </a:r>
          </a:p>
          <a:p>
            <a:pPr lvl="0"/>
            <a:r>
              <a:rPr lang="en-US"/>
              <a:t>Third</a:t>
            </a:r>
          </a:p>
          <a:p>
            <a:pPr lvl="0"/>
            <a:r>
              <a:rPr lang="en-US"/>
              <a:t>Fourth</a:t>
            </a:r>
          </a:p>
        </p:txBody>
      </p:sp>
      <p:sp>
        <p:nvSpPr>
          <p:cNvPr id="17" name="Option 4 title">
            <a:extLst>
              <a:ext uri="{FF2B5EF4-FFF2-40B4-BE49-F238E27FC236}">
                <a16:creationId xmlns:a16="http://schemas.microsoft.com/office/drawing/2014/main" id="{5AECB337-3FDE-67BF-5C74-68C4066F9E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919200" y="10908270"/>
            <a:ext cx="9791700" cy="4221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4 title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19200" y="8867258"/>
            <a:ext cx="9793288" cy="1402484"/>
          </a:xfrm>
          <a:prstGeom prst="rect">
            <a:avLst/>
          </a:prstGeom>
        </p:spPr>
        <p:txBody>
          <a:bodyPr lIns="0" tIns="0" rIns="0" bIns="0" numCol="2"/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Second</a:t>
            </a:r>
          </a:p>
          <a:p>
            <a:pPr lvl="0"/>
            <a:r>
              <a:rPr lang="en-US"/>
              <a:t>Third</a:t>
            </a:r>
          </a:p>
          <a:p>
            <a:pPr lvl="0"/>
            <a:r>
              <a:rPr lang="en-US"/>
              <a:t>Fourth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17612" y="8110086"/>
            <a:ext cx="9793288" cy="605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17612" y="5898484"/>
            <a:ext cx="9793288" cy="1319515"/>
          </a:xfrm>
          <a:prstGeom prst="rect">
            <a:avLst/>
          </a:prstGeom>
        </p:spPr>
        <p:txBody>
          <a:bodyPr lIns="0" tIns="0" rIns="0" bIns="0" numCol="2"/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Second</a:t>
            </a:r>
          </a:p>
          <a:p>
            <a:pPr lvl="0"/>
            <a:r>
              <a:rPr lang="en-US"/>
              <a:t>Third</a:t>
            </a:r>
          </a:p>
          <a:p>
            <a:pPr lvl="0"/>
            <a:r>
              <a:rPr lang="en-US"/>
              <a:t>Fourth</a:t>
            </a: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19200" y="5305650"/>
            <a:ext cx="9791700" cy="4524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17612" y="3138920"/>
            <a:ext cx="9793288" cy="1199080"/>
          </a:xfrm>
          <a:prstGeom prst="rect">
            <a:avLst/>
          </a:prstGeom>
        </p:spPr>
        <p:txBody>
          <a:bodyPr lIns="0" tIns="0" rIns="0" bIns="0" numCol="2"/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Second</a:t>
            </a:r>
          </a:p>
          <a:p>
            <a:pPr lvl="0"/>
            <a:r>
              <a:rPr lang="en-US"/>
              <a:t>Third</a:t>
            </a:r>
          </a:p>
          <a:p>
            <a:pPr lvl="0"/>
            <a:r>
              <a:rPr lang="en-US"/>
              <a:t>Fourth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19200" y="2555720"/>
            <a:ext cx="9792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101498D-A236-656A-E78C-6A4D3A80E4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3313"/>
            <a:ext cx="11303000" cy="767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in the center to add an image/chart</a:t>
            </a:r>
          </a:p>
        </p:txBody>
      </p:sp>
      <p:sp>
        <p:nvSpPr>
          <p:cNvPr id="3" name="Icon 0 Placeholder">
            <a:extLst>
              <a:ext uri="{FF2B5EF4-FFF2-40B4-BE49-F238E27FC236}">
                <a16:creationId xmlns:a16="http://schemas.microsoft.com/office/drawing/2014/main" id="{0DE257CD-B806-ECCD-E2B1-E023C335E5E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406802" y="25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9" name="Icon 1 Placeholder">
            <a:extLst>
              <a:ext uri="{FF2B5EF4-FFF2-40B4-BE49-F238E27FC236}">
                <a16:creationId xmlns:a16="http://schemas.microsoft.com/office/drawing/2014/main" id="{F94C5CDD-841B-12B8-E2B5-8FEC58BD0D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6802" y="530565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1" name="Icon 2 Placeholder">
            <a:extLst>
              <a:ext uri="{FF2B5EF4-FFF2-40B4-BE49-F238E27FC236}">
                <a16:creationId xmlns:a16="http://schemas.microsoft.com/office/drawing/2014/main" id="{D9401353-EBFF-3F48-ACC8-EF3C7A956B6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6802" y="8116951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2" name="Icon 3 Placeholder">
            <a:extLst>
              <a:ext uri="{FF2B5EF4-FFF2-40B4-BE49-F238E27FC236}">
                <a16:creationId xmlns:a16="http://schemas.microsoft.com/office/drawing/2014/main" id="{F49080B4-73C6-1139-9399-BE50D8FA0D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92825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AAF398D1-4283-2247-84C4-B978F1761D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159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43354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Layou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Case Study Layout 1a (Claim)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9" name="Bullets 2 Placeholder">
            <a:extLst>
              <a:ext uri="{FF2B5EF4-FFF2-40B4-BE49-F238E27FC236}">
                <a16:creationId xmlns:a16="http://schemas.microsoft.com/office/drawing/2014/main" id="{E01CDE40-DA07-F7BC-B334-C666D0970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32200" y="5422902"/>
            <a:ext cx="7378700" cy="3435998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12" name="Subtitle 2 Placeholder">
            <a:extLst>
              <a:ext uri="{FF2B5EF4-FFF2-40B4-BE49-F238E27FC236}">
                <a16:creationId xmlns:a16="http://schemas.microsoft.com/office/drawing/2014/main" id="{0906B691-2AA5-23BE-5CAF-1F1F755D6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337643" y="4756056"/>
            <a:ext cx="7373257" cy="504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8" name="Bullets 1 Placeholder">
            <a:extLst>
              <a:ext uri="{FF2B5EF4-FFF2-40B4-BE49-F238E27FC236}">
                <a16:creationId xmlns:a16="http://schemas.microsoft.com/office/drawing/2014/main" id="{EDA36390-81C8-44F4-8F00-C39BB4013B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3600" y="5422902"/>
            <a:ext cx="7416800" cy="3435998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bullet points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endParaRPr lang="en-US" dirty="0"/>
          </a:p>
        </p:txBody>
      </p:sp>
      <p:sp>
        <p:nvSpPr>
          <p:cNvPr id="7" name="Subtitle 1 Placeholder">
            <a:extLst>
              <a:ext uri="{FF2B5EF4-FFF2-40B4-BE49-F238E27FC236}">
                <a16:creationId xmlns:a16="http://schemas.microsoft.com/office/drawing/2014/main" id="{0E4B4AEC-0A0D-365A-948E-142ED8CAA5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83600" y="4761226"/>
            <a:ext cx="7416800" cy="504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3600" y="812800"/>
            <a:ext cx="13716000" cy="2445199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92400" y="10449051"/>
            <a:ext cx="7408000" cy="191664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to edit claim or quote text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6E9D6BE9-3A99-8FE9-BB43-895A558B75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12800"/>
            <a:ext cx="7308000" cy="12903200"/>
          </a:xfrm>
          <a:prstGeom prst="rect">
            <a:avLst/>
          </a:prstGeom>
        </p:spPr>
        <p:txBody>
          <a:bodyPr lIns="180000" tIns="5472000" rIns="0" bIns="0"/>
          <a:lstStyle>
            <a:lvl1pPr marL="0" indent="0" algn="ctr">
              <a:buNone/>
              <a:defRPr sz="24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below in the center to change the picture</a:t>
            </a:r>
          </a:p>
        </p:txBody>
      </p:sp>
      <p:sp>
        <p:nvSpPr>
          <p:cNvPr id="14" name="Line top">
            <a:extLst>
              <a:ext uri="{FF2B5EF4-FFF2-40B4-BE49-F238E27FC236}">
                <a16:creationId xmlns:a16="http://schemas.microsoft.com/office/drawing/2014/main" id="{1463108F-087F-8E30-8926-38770085AF7A}"/>
              </a:ext>
            </a:extLst>
          </p:cNvPr>
          <p:cNvSpPr/>
          <p:nvPr userDrawn="1"/>
        </p:nvSpPr>
        <p:spPr>
          <a:xfrm>
            <a:off x="8483599" y="10235012"/>
            <a:ext cx="7416799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s-ES"/>
              <a:t> </a:t>
            </a:r>
            <a:endParaRPr/>
          </a:p>
        </p:txBody>
      </p:sp>
      <p:sp>
        <p:nvSpPr>
          <p:cNvPr id="15" name="Line bottom">
            <a:extLst>
              <a:ext uri="{FF2B5EF4-FFF2-40B4-BE49-F238E27FC236}">
                <a16:creationId xmlns:a16="http://schemas.microsoft.com/office/drawing/2014/main" id="{98E59817-C3D2-3604-4DF1-7519301D3D97}"/>
              </a:ext>
            </a:extLst>
          </p:cNvPr>
          <p:cNvSpPr/>
          <p:nvPr userDrawn="1"/>
        </p:nvSpPr>
        <p:spPr>
          <a:xfrm>
            <a:off x="8483600" y="12579952"/>
            <a:ext cx="74168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s-ES"/>
              <a:t> </a:t>
            </a:r>
            <a:endParaRPr/>
          </a:p>
        </p:txBody>
      </p:sp>
      <p:sp>
        <p:nvSpPr>
          <p:cNvPr id="16" name="Big Icon 3 Placeholder">
            <a:extLst>
              <a:ext uri="{FF2B5EF4-FFF2-40B4-BE49-F238E27FC236}">
                <a16:creationId xmlns:a16="http://schemas.microsoft.com/office/drawing/2014/main" id="{089A7F15-CBC3-B772-0E98-2725F851232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332200" y="337411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sp>
        <p:nvSpPr>
          <p:cNvPr id="17" name="Big Icon 2 Placeholder">
            <a:extLst>
              <a:ext uri="{FF2B5EF4-FFF2-40B4-BE49-F238E27FC236}">
                <a16:creationId xmlns:a16="http://schemas.microsoft.com/office/drawing/2014/main" id="{D947881E-BB5E-CD68-FF4B-76D584D3118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483600" y="337411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2" name="Icon 2 Description">
            <a:extLst>
              <a:ext uri="{FF2B5EF4-FFF2-40B4-BE49-F238E27FC236}">
                <a16:creationId xmlns:a16="http://schemas.microsoft.com/office/drawing/2014/main" id="{4FAAF1C5-CC27-5E5B-3ED5-45D0845DBE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3486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23" name="Icon 2 Description">
            <a:extLst>
              <a:ext uri="{FF2B5EF4-FFF2-40B4-BE49-F238E27FC236}">
                <a16:creationId xmlns:a16="http://schemas.microsoft.com/office/drawing/2014/main" id="{9584DC61-7ACB-22E6-C373-C0763829E4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2184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8" name="Big Icon 2 Placeholder">
            <a:extLst>
              <a:ext uri="{FF2B5EF4-FFF2-40B4-BE49-F238E27FC236}">
                <a16:creationId xmlns:a16="http://schemas.microsoft.com/office/drawing/2014/main" id="{C34C6C5D-9302-302B-F1BB-A796E6AAA8C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6348600" y="11038421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19" name="Big Icon 2 Placeholder">
            <a:extLst>
              <a:ext uri="{FF2B5EF4-FFF2-40B4-BE49-F238E27FC236}">
                <a16:creationId xmlns:a16="http://schemas.microsoft.com/office/drawing/2014/main" id="{815B20B4-15F1-9700-B262-53CB877C45B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0252906" y="11038422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" name="Big Icon 2 Placeholder">
            <a:extLst>
              <a:ext uri="{FF2B5EF4-FFF2-40B4-BE49-F238E27FC236}">
                <a16:creationId xmlns:a16="http://schemas.microsoft.com/office/drawing/2014/main" id="{74735BBB-2CAB-1D0C-4E54-FEED3F01E25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351307" y="9106428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4" name="Icon 2 Description">
            <a:extLst>
              <a:ext uri="{FF2B5EF4-FFF2-40B4-BE49-F238E27FC236}">
                <a16:creationId xmlns:a16="http://schemas.microsoft.com/office/drawing/2014/main" id="{117E1717-34DD-1829-CF38-17AC135F67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342586" y="1026905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21" name="Big Icon 2 Placeholder">
            <a:extLst>
              <a:ext uri="{FF2B5EF4-FFF2-40B4-BE49-F238E27FC236}">
                <a16:creationId xmlns:a16="http://schemas.microsoft.com/office/drawing/2014/main" id="{9D4E5A5A-8084-2A08-E634-93AF447B15D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0218400" y="9102323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4" name="Icon 2 Description">
            <a:extLst>
              <a:ext uri="{FF2B5EF4-FFF2-40B4-BE49-F238E27FC236}">
                <a16:creationId xmlns:a16="http://schemas.microsoft.com/office/drawing/2014/main" id="{D54E2762-E7C6-0808-5BE8-61EEAA852EC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0218400" y="10218077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8503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Layou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Case Study Layout 1b (more  icons below)</a:t>
            </a:r>
          </a:p>
        </p:txBody>
      </p:sp>
      <p:sp>
        <p:nvSpPr>
          <p:cNvPr id="18" name="Icon 2 Description">
            <a:extLst>
              <a:ext uri="{FF2B5EF4-FFF2-40B4-BE49-F238E27FC236}">
                <a16:creationId xmlns:a16="http://schemas.microsoft.com/office/drawing/2014/main" id="{A8ABA379-AC47-99F1-E85B-0795A4E44C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3698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9" name="Icon 1 Description">
            <a:extLst>
              <a:ext uri="{FF2B5EF4-FFF2-40B4-BE49-F238E27FC236}">
                <a16:creationId xmlns:a16="http://schemas.microsoft.com/office/drawing/2014/main" id="{3C3536BA-7594-3578-C69E-A1A8FF5427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85054" y="12197211"/>
            <a:ext cx="34925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9" name="Bullets 2 Placeholder">
            <a:extLst>
              <a:ext uri="{FF2B5EF4-FFF2-40B4-BE49-F238E27FC236}">
                <a16:creationId xmlns:a16="http://schemas.microsoft.com/office/drawing/2014/main" id="{E01CDE40-DA07-F7BC-B334-C666D0970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32200" y="5422901"/>
            <a:ext cx="7378700" cy="5395099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12" name="Subtitle 2 Placeholder">
            <a:extLst>
              <a:ext uri="{FF2B5EF4-FFF2-40B4-BE49-F238E27FC236}">
                <a16:creationId xmlns:a16="http://schemas.microsoft.com/office/drawing/2014/main" id="{0906B691-2AA5-23BE-5CAF-1F1F755D6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337643" y="4756056"/>
            <a:ext cx="7373257" cy="504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8" name="Bullets 1 Placeholder">
            <a:extLst>
              <a:ext uri="{FF2B5EF4-FFF2-40B4-BE49-F238E27FC236}">
                <a16:creationId xmlns:a16="http://schemas.microsoft.com/office/drawing/2014/main" id="{EDA36390-81C8-44F4-8F00-C39BB4013B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3600" y="5422901"/>
            <a:ext cx="7416800" cy="5395099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7" name="Subtitle 1 Placeholder">
            <a:extLst>
              <a:ext uri="{FF2B5EF4-FFF2-40B4-BE49-F238E27FC236}">
                <a16:creationId xmlns:a16="http://schemas.microsoft.com/office/drawing/2014/main" id="{0E4B4AEC-0A0D-365A-948E-142ED8CAA5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83600" y="4761226"/>
            <a:ext cx="7416800" cy="504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3600" y="812800"/>
            <a:ext cx="13716000" cy="2445199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6E9D6BE9-3A99-8FE9-BB43-895A558B75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12800"/>
            <a:ext cx="7308000" cy="12903200"/>
          </a:xfrm>
          <a:prstGeom prst="rect">
            <a:avLst/>
          </a:prstGeom>
        </p:spPr>
        <p:txBody>
          <a:bodyPr lIns="180000" tIns="5472000" rIns="0" bIns="0"/>
          <a:lstStyle>
            <a:lvl1pPr marL="0" indent="0" algn="ctr">
              <a:buNone/>
              <a:defRPr sz="24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below in the center to change the picture</a:t>
            </a:r>
          </a:p>
        </p:txBody>
      </p:sp>
      <p:sp>
        <p:nvSpPr>
          <p:cNvPr id="16" name="Big Icon 3 Placeholder">
            <a:extLst>
              <a:ext uri="{FF2B5EF4-FFF2-40B4-BE49-F238E27FC236}">
                <a16:creationId xmlns:a16="http://schemas.microsoft.com/office/drawing/2014/main" id="{089A7F15-CBC3-B772-0E98-2725F851232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332200" y="337411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sp>
        <p:nvSpPr>
          <p:cNvPr id="17" name="Big Icon 2 Placeholder">
            <a:extLst>
              <a:ext uri="{FF2B5EF4-FFF2-40B4-BE49-F238E27FC236}">
                <a16:creationId xmlns:a16="http://schemas.microsoft.com/office/drawing/2014/main" id="{D947881E-BB5E-CD68-FF4B-76D584D3118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483600" y="337411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second icon</a:t>
            </a:r>
          </a:p>
        </p:txBody>
      </p:sp>
      <p:sp>
        <p:nvSpPr>
          <p:cNvPr id="4" name="Icon 2 Description">
            <a:extLst>
              <a:ext uri="{FF2B5EF4-FFF2-40B4-BE49-F238E27FC236}">
                <a16:creationId xmlns:a16="http://schemas.microsoft.com/office/drawing/2014/main" id="{0C2528A4-5AA7-7B1C-BCA9-E7FCDF6290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3486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4" name="Icon 2 Description">
            <a:extLst>
              <a:ext uri="{FF2B5EF4-FFF2-40B4-BE49-F238E27FC236}">
                <a16:creationId xmlns:a16="http://schemas.microsoft.com/office/drawing/2014/main" id="{DDCCB6AE-958C-FC7C-C3BC-153687F53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2184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5" name="Big Icon 2 Placeholder">
            <a:extLst>
              <a:ext uri="{FF2B5EF4-FFF2-40B4-BE49-F238E27FC236}">
                <a16:creationId xmlns:a16="http://schemas.microsoft.com/office/drawing/2014/main" id="{02B558C2-91CC-2CB0-5837-934BBB4012D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483600" y="11032611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2" name="Big Icon 2 Placeholder">
            <a:extLst>
              <a:ext uri="{FF2B5EF4-FFF2-40B4-BE49-F238E27FC236}">
                <a16:creationId xmlns:a16="http://schemas.microsoft.com/office/drawing/2014/main" id="{93A29232-8476-4935-BB58-9BE6558743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2416100" y="11032610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4" name="Big Icon 2 Placeholder">
            <a:extLst>
              <a:ext uri="{FF2B5EF4-FFF2-40B4-BE49-F238E27FC236}">
                <a16:creationId xmlns:a16="http://schemas.microsoft.com/office/drawing/2014/main" id="{DAF71DF9-04F5-1B2C-B8F6-91F15BA1F41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348600" y="11038421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5" name="Big Icon 2 Placeholder">
            <a:extLst>
              <a:ext uri="{FF2B5EF4-FFF2-40B4-BE49-F238E27FC236}">
                <a16:creationId xmlns:a16="http://schemas.microsoft.com/office/drawing/2014/main" id="{2D7C1E73-C5AE-0E60-F8B9-B15BDA47CA3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0252906" y="11038422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</p:spTree>
    <p:extLst>
      <p:ext uri="{BB962C8B-B14F-4D97-AF65-F5344CB8AC3E}">
        <p14:creationId xmlns:p14="http://schemas.microsoft.com/office/powerpoint/2010/main" val="763712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1a - Numbe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1a (subtitle, 4 numbered texts)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 dirty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10288900"/>
            <a:ext cx="54229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8912" y="9378000"/>
            <a:ext cx="5437188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512" y="10288900"/>
            <a:ext cx="5437188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100" y="9378000"/>
            <a:ext cx="54356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1</a:t>
            </a:r>
          </a:p>
        </p:txBody>
      </p:sp>
      <p:sp>
        <p:nvSpPr>
          <p:cNvPr id="21" name="Number placeholder 4">
            <a:extLst>
              <a:ext uri="{FF2B5EF4-FFF2-40B4-BE49-F238E27FC236}">
                <a16:creationId xmlns:a16="http://schemas.microsoft.com/office/drawing/2014/main" id="{96C1DECB-4D85-340E-8151-ECD97C7E8D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Number placeholder 2">
            <a:extLst>
              <a:ext uri="{FF2B5EF4-FFF2-40B4-BE49-F238E27FC236}">
                <a16:creationId xmlns:a16="http://schemas.microsoft.com/office/drawing/2014/main" id="{F00C21D2-B337-B2D1-7803-999369AEB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1200" y="8298000"/>
            <a:ext cx="19324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9" name="Number placeholder 1">
            <a:extLst>
              <a:ext uri="{FF2B5EF4-FFF2-40B4-BE49-F238E27FC236}">
                <a16:creationId xmlns:a16="http://schemas.microsoft.com/office/drawing/2014/main" id="{563009AB-8003-C3D2-8FEC-7059D26D69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3100" y="8298000"/>
            <a:ext cx="19812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5" name="Dot 3">
            <a:extLst>
              <a:ext uri="{FF2B5EF4-FFF2-40B4-BE49-F238E27FC236}">
                <a16:creationId xmlns:a16="http://schemas.microsoft.com/office/drawing/2014/main" id="{62D4FE65-4A7F-492C-8628-D2D6E3FD725B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Dot 2">
            <a:extLst>
              <a:ext uri="{FF2B5EF4-FFF2-40B4-BE49-F238E27FC236}">
                <a16:creationId xmlns:a16="http://schemas.microsoft.com/office/drawing/2014/main" id="{49402505-7E3C-4F02-5299-38A52EA25945}"/>
              </a:ext>
            </a:extLst>
          </p:cNvPr>
          <p:cNvSpPr/>
          <p:nvPr userDrawn="1"/>
        </p:nvSpPr>
        <p:spPr>
          <a:xfrm>
            <a:off x="65405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Dot 4">
            <a:extLst>
              <a:ext uri="{FF2B5EF4-FFF2-40B4-BE49-F238E27FC236}">
                <a16:creationId xmlns:a16="http://schemas.microsoft.com/office/drawing/2014/main" id="{96D47914-E1A6-7ACC-F5CC-A21A505DF6C8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385D6A-DB5B-48AA-5216-261B948DAC3B}"/>
              </a:ext>
            </a:extLst>
          </p:cNvPr>
          <p:cNvCxnSpPr>
            <a:cxnSpLocks/>
          </p:cNvCxnSpPr>
          <p:nvPr userDrawn="1"/>
        </p:nvCxnSpPr>
        <p:spPr>
          <a:xfrm flipV="1">
            <a:off x="849800" y="5434647"/>
            <a:ext cx="228611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6392699C-919D-F12C-24BB-9768A0168C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885152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1b - Numbe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1b (subtitle, 3 numbered texts)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3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10288900"/>
            <a:ext cx="54229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8912" y="9378000"/>
            <a:ext cx="5437188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1</a:t>
            </a:r>
          </a:p>
        </p:txBody>
      </p:sp>
      <p:sp>
        <p:nvSpPr>
          <p:cNvPr id="21" name="Number placeholder 4">
            <a:extLst>
              <a:ext uri="{FF2B5EF4-FFF2-40B4-BE49-F238E27FC236}">
                <a16:creationId xmlns:a16="http://schemas.microsoft.com/office/drawing/2014/main" id="{96C1DECB-4D85-340E-8151-ECD97C7E8D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Number placeholder 2">
            <a:extLst>
              <a:ext uri="{FF2B5EF4-FFF2-40B4-BE49-F238E27FC236}">
                <a16:creationId xmlns:a16="http://schemas.microsoft.com/office/drawing/2014/main" id="{F00C21D2-B337-B2D1-7803-999369AEB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1200" y="8298000"/>
            <a:ext cx="19324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9A5FEDC-DDEA-ACF9-8D7B-08841209E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Dot 3">
            <a:extLst>
              <a:ext uri="{FF2B5EF4-FFF2-40B4-BE49-F238E27FC236}">
                <a16:creationId xmlns:a16="http://schemas.microsoft.com/office/drawing/2014/main" id="{D60262D8-B30F-FF31-EE10-3144BEF34329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Dot 2">
            <a:extLst>
              <a:ext uri="{FF2B5EF4-FFF2-40B4-BE49-F238E27FC236}">
                <a16:creationId xmlns:a16="http://schemas.microsoft.com/office/drawing/2014/main" id="{6BF40972-9C8C-D4EF-70FD-F2CD38034111}"/>
              </a:ext>
            </a:extLst>
          </p:cNvPr>
          <p:cNvSpPr/>
          <p:nvPr userDrawn="1"/>
        </p:nvSpPr>
        <p:spPr>
          <a:xfrm>
            <a:off x="65405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Dot 4">
            <a:extLst>
              <a:ext uri="{FF2B5EF4-FFF2-40B4-BE49-F238E27FC236}">
                <a16:creationId xmlns:a16="http://schemas.microsoft.com/office/drawing/2014/main" id="{5F197D5D-98A0-7412-DF92-B106514D39EA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D3C169-FD46-B8CF-A960-CC3CDD9CCDAC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434647"/>
            <a:ext cx="169926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262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1c - Numbe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1c (subtitle, 2 numbered texts)</a:t>
            </a:r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4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1" name="Number placeholder 4">
            <a:extLst>
              <a:ext uri="{FF2B5EF4-FFF2-40B4-BE49-F238E27FC236}">
                <a16:creationId xmlns:a16="http://schemas.microsoft.com/office/drawing/2014/main" id="{96C1DECB-4D85-340E-8151-ECD97C7E8D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44415B6-70B7-9E23-A190-26F68D488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Dot 3">
            <a:extLst>
              <a:ext uri="{FF2B5EF4-FFF2-40B4-BE49-F238E27FC236}">
                <a16:creationId xmlns:a16="http://schemas.microsoft.com/office/drawing/2014/main" id="{79EC6250-78EC-4827-3585-2145C373DE09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Dot 4">
            <a:extLst>
              <a:ext uri="{FF2B5EF4-FFF2-40B4-BE49-F238E27FC236}">
                <a16:creationId xmlns:a16="http://schemas.microsoft.com/office/drawing/2014/main" id="{04593DC7-E345-277F-6047-24CDC2E9C67A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E561FF-AB73-02AB-CED6-122F40A021A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585700" y="5434647"/>
            <a:ext cx="11125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481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2a -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2a (subtitle, 4 icons with description)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10288900"/>
            <a:ext cx="54229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8912" y="9378000"/>
            <a:ext cx="5437188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512" y="10288900"/>
            <a:ext cx="5437188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100" y="9378000"/>
            <a:ext cx="54356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1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Icon 3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2753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2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1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05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0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31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B7B79BEC-E30A-1E8A-5E6E-BED744189E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541ADE32-8312-795E-9705-3FABAC1B97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2" name="Dot 3">
            <a:extLst>
              <a:ext uri="{FF2B5EF4-FFF2-40B4-BE49-F238E27FC236}">
                <a16:creationId xmlns:a16="http://schemas.microsoft.com/office/drawing/2014/main" id="{2038C1F0-82B0-E10B-572F-EE12FEEBB230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Dot 2">
            <a:extLst>
              <a:ext uri="{FF2B5EF4-FFF2-40B4-BE49-F238E27FC236}">
                <a16:creationId xmlns:a16="http://schemas.microsoft.com/office/drawing/2014/main" id="{CB1F5185-1F06-5BA5-DA2B-4340EC5E875C}"/>
              </a:ext>
            </a:extLst>
          </p:cNvPr>
          <p:cNvSpPr/>
          <p:nvPr userDrawn="1"/>
        </p:nvSpPr>
        <p:spPr>
          <a:xfrm>
            <a:off x="65405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Dot 4">
            <a:extLst>
              <a:ext uri="{FF2B5EF4-FFF2-40B4-BE49-F238E27FC236}">
                <a16:creationId xmlns:a16="http://schemas.microsoft.com/office/drawing/2014/main" id="{DBEB64AC-9266-D668-3BBD-5F8E4D2510C5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6997B9-D942-D9B7-B0CA-90DA728173B6}"/>
              </a:ext>
            </a:extLst>
          </p:cNvPr>
          <p:cNvCxnSpPr>
            <a:cxnSpLocks/>
          </p:cNvCxnSpPr>
          <p:nvPr userDrawn="1"/>
        </p:nvCxnSpPr>
        <p:spPr>
          <a:xfrm flipV="1">
            <a:off x="849800" y="5434647"/>
            <a:ext cx="228611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331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2b -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2b (subtitle, 3 icons with description)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3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10288900"/>
            <a:ext cx="54229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8912" y="9378000"/>
            <a:ext cx="5437188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1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Icon 3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2753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2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1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05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B7B79BEC-E30A-1E8A-5E6E-BED744189E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6D8BA8E-0089-693E-CCA9-17AA080D0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6" name="Dot 3">
            <a:extLst>
              <a:ext uri="{FF2B5EF4-FFF2-40B4-BE49-F238E27FC236}">
                <a16:creationId xmlns:a16="http://schemas.microsoft.com/office/drawing/2014/main" id="{5EB20FD0-FDAB-DF82-E0CA-EE9EB636560A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Dot 2">
            <a:extLst>
              <a:ext uri="{FF2B5EF4-FFF2-40B4-BE49-F238E27FC236}">
                <a16:creationId xmlns:a16="http://schemas.microsoft.com/office/drawing/2014/main" id="{3ADA513E-9356-651E-DE8C-CA2A6FA0F87C}"/>
              </a:ext>
            </a:extLst>
          </p:cNvPr>
          <p:cNvSpPr/>
          <p:nvPr userDrawn="1"/>
        </p:nvSpPr>
        <p:spPr>
          <a:xfrm>
            <a:off x="65405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Dot 4">
            <a:extLst>
              <a:ext uri="{FF2B5EF4-FFF2-40B4-BE49-F238E27FC236}">
                <a16:creationId xmlns:a16="http://schemas.microsoft.com/office/drawing/2014/main" id="{4F194443-D3E3-9185-33D7-BEF5F7DA2295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DBD512-7403-9E26-FB58-A53AE003EF72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434647"/>
            <a:ext cx="169926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88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2c -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2c (subtitle, 2 icons with description)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2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1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Icon 3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2753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2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B7B79BEC-E30A-1E8A-5E6E-BED744189E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B1A6D133-EA9B-34BC-3C35-29DEF3AC5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2" name="Dot 3">
            <a:extLst>
              <a:ext uri="{FF2B5EF4-FFF2-40B4-BE49-F238E27FC236}">
                <a16:creationId xmlns:a16="http://schemas.microsoft.com/office/drawing/2014/main" id="{01D91AEF-2E05-CA91-CAD9-66ADAC16A430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Dot 4">
            <a:extLst>
              <a:ext uri="{FF2B5EF4-FFF2-40B4-BE49-F238E27FC236}">
                <a16:creationId xmlns:a16="http://schemas.microsoft.com/office/drawing/2014/main" id="{69E5C9B0-2795-558F-B22C-4A5E7EB5FC46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BBC069-DF0C-4EF0-3B82-E21EBB735FD0}"/>
              </a:ext>
            </a:extLst>
          </p:cNvPr>
          <p:cNvCxnSpPr>
            <a:cxnSpLocks/>
          </p:cNvCxnSpPr>
          <p:nvPr userDrawn="1"/>
        </p:nvCxnSpPr>
        <p:spPr>
          <a:xfrm flipV="1">
            <a:off x="12585700" y="5434647"/>
            <a:ext cx="11125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31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Flow Layout 3a (subtitle, 6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/>
          </p:cNvSpPr>
          <p:nvPr userDrawn="1"/>
        </p:nvSpPr>
        <p:spPr>
          <a:xfrm>
            <a:off x="2021840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6332200" y="6408000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238915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84851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/>
          </p:cNvSpPr>
          <p:nvPr userDrawn="1"/>
        </p:nvSpPr>
        <p:spPr>
          <a:xfrm>
            <a:off x="45980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/>
          </p:cNvSpPr>
          <p:nvPr userDrawn="1"/>
        </p:nvSpPr>
        <p:spPr>
          <a:xfrm>
            <a:off x="744839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9283542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00025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3364" y="8260508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6</a:t>
            </a:r>
          </a:p>
          <a:p>
            <a:pPr lvl="0"/>
            <a:endParaRPr lang="en-GB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0186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20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7087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7544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2000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973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3364" y="667555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1200" y="6660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751601" y="668037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55189" y="668153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2000" y="666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3824" y="668268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56662"/>
            <a:ext cx="11303000" cy="160992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734396" y="12618000"/>
            <a:ext cx="230229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B7F064F-E9C4-E2A0-7073-C57FFA561F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07900" y="3989085"/>
            <a:ext cx="11303000" cy="17747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description text</a:t>
            </a:r>
          </a:p>
        </p:txBody>
      </p:sp>
    </p:spTree>
    <p:extLst>
      <p:ext uri="{BB962C8B-B14F-4D97-AF65-F5344CB8AC3E}">
        <p14:creationId xmlns:p14="http://schemas.microsoft.com/office/powerpoint/2010/main" val="4233043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Flow Layout 3b (subtitle, 5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/>
          </p:cNvSpPr>
          <p:nvPr userDrawn="1"/>
        </p:nvSpPr>
        <p:spPr>
          <a:xfrm>
            <a:off x="2021840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6332200" y="6408000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238915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84851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/>
          </p:cNvSpPr>
          <p:nvPr userDrawn="1"/>
        </p:nvSpPr>
        <p:spPr>
          <a:xfrm>
            <a:off x="45980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9283542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00025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3364" y="8260508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  <a:p>
            <a:pPr lvl="0"/>
            <a:endParaRPr lang="en-GB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0186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20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7087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7544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3364" y="667555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1200" y="6660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751601" y="668037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55189" y="668153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2000" y="666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4597400" y="12585700"/>
            <a:ext cx="19159987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2856A1A-7099-EB4B-9A5A-2CC287247BB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07900" y="3989085"/>
            <a:ext cx="11303000" cy="17747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description text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FA8CAE0B-73E4-8A87-6F88-72D3FD7836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6662"/>
            <a:ext cx="11303000" cy="160992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267126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Flow Layout 3c (subtitle, 4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-284114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/>
          </p:cNvSpPr>
          <p:nvPr userDrawn="1"/>
        </p:nvSpPr>
        <p:spPr>
          <a:xfrm>
            <a:off x="2021840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6332200" y="6408000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238915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84851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9283542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00025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3364" y="8260508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  <a:p>
            <a:pPr lvl="0"/>
            <a:endParaRPr lang="en-GB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0186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7087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7544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3364" y="667555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1200" y="6660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751601" y="668037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55189" y="668153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8483600" y="12585700"/>
            <a:ext cx="15273787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54CF6E86-76CD-9BEF-737F-F778C34A2C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6662"/>
            <a:ext cx="11303000" cy="160992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79AC3AC-08B5-06DB-F375-878ABB75AC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07900" y="3989085"/>
            <a:ext cx="11303000" cy="17747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description text</a:t>
            </a:r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348AB531-4B47-7EEB-11E1-6CE38856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143094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4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Flow Layout 4a (subtitle, 6 steps, G)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43" name="Horiz Line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687909" y="11538000"/>
            <a:ext cx="230229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02184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332200" y="54229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521700" y="54131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97400" y="54180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1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11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9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6</a:t>
            </a:r>
          </a:p>
          <a:p>
            <a:pPr lvl="0"/>
            <a:endParaRPr lang="en-GB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386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475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8614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2346" y="5778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8376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81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5001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4B06546-229D-7427-9BBE-B791C0BB75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47268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Flow Layout 4b (subtitle, 5 steps, G)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43" name="Horiz Line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4597400" y="11538000"/>
            <a:ext cx="191135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02184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332200" y="54229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521700" y="54131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97400" y="54180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11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9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  <a:p>
            <a:pPr lvl="0"/>
            <a:endParaRPr lang="en-GB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386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475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8614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2346" y="5778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8376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81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5001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CF716E2-FC84-02C7-FBB2-51E43A26A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239721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4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Flow Layout 4c (subtitle, 4 steps, G)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43" name="Horiz Line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8483600" y="11538000"/>
            <a:ext cx="152273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02184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332200" y="54229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521700" y="54131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11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9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  <a:p>
            <a:pPr lvl="0"/>
            <a:endParaRPr lang="en-GB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386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475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8614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2346" y="5778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8376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81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5001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77822A1-E8DA-9370-39C4-50C8B77419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222917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Flow Layout 5 (subtitle, 4 steps, G)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75300" y="5418000"/>
            <a:ext cx="5435600" cy="716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5422900"/>
            <a:ext cx="5435600" cy="716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552112" y="5422900"/>
            <a:ext cx="5423988" cy="716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100" y="5422900"/>
            <a:ext cx="5435600" cy="716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89663A9-C71B-697E-14F6-CEFFD7CFEB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705600" y="8297863"/>
            <a:ext cx="4679950" cy="360045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AB69DE3-088E-E24E-F2E8-59134891B4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819600" y="8298000"/>
            <a:ext cx="4679950" cy="360045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1123F2-7110-6DC0-B441-D110CA4D00F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8000" y="8298000"/>
            <a:ext cx="4679950" cy="360045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0A05995E-43EF-3182-6958-531A1D99A19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32000" y="8298000"/>
            <a:ext cx="4679950" cy="360045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05000" y="7213100"/>
            <a:ext cx="468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20948" y="7227800"/>
            <a:ext cx="4680000" cy="8961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46710" y="7222900"/>
            <a:ext cx="4680000" cy="8961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4680000" cy="8961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705000" y="57731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824342" y="5787799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46712" y="57829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5001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3A76FDD-2D33-D345-EEE4-0F1F1F698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795467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6a (subtitle, 6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9786600" y="5413100"/>
            <a:ext cx="39243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990071" y="5413100"/>
            <a:ext cx="3933825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223706" y="5413100"/>
            <a:ext cx="3903662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460103" y="5413100"/>
            <a:ext cx="3900900" cy="575510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100" y="5413100"/>
            <a:ext cx="3924300" cy="575510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229100" y="86580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229100" y="72229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429400" y="86531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4284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92800" y="86531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4925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6500" y="86531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928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2000" y="86531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0230246" y="57829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54284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6526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928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3995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687909" y="11538000"/>
            <a:ext cx="86240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2" name="Línea">
            <a:extLst>
              <a:ext uri="{FF2B5EF4-FFF2-40B4-BE49-F238E27FC236}">
                <a16:creationId xmlns:a16="http://schemas.microsoft.com/office/drawing/2014/main" id="{A2445E6D-8D72-9825-57C5-52BE94C9F687}"/>
              </a:ext>
            </a:extLst>
          </p:cNvPr>
          <p:cNvSpPr/>
          <p:nvPr userDrawn="1"/>
        </p:nvSpPr>
        <p:spPr>
          <a:xfrm>
            <a:off x="10209800" y="11538000"/>
            <a:ext cx="135011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11" name="Note 2">
            <a:extLst>
              <a:ext uri="{FF2B5EF4-FFF2-40B4-BE49-F238E27FC236}">
                <a16:creationId xmlns:a16="http://schemas.microsoft.com/office/drawing/2014/main" id="{6DFC3408-EC65-913D-3F40-DAB4D62D9B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235200" y="11865700"/>
            <a:ext cx="13475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edit note 2</a:t>
            </a:r>
          </a:p>
        </p:txBody>
      </p:sp>
      <p:sp>
        <p:nvSpPr>
          <p:cNvPr id="12" name="Note 1">
            <a:extLst>
              <a:ext uri="{FF2B5EF4-FFF2-40B4-BE49-F238E27FC236}">
                <a16:creationId xmlns:a16="http://schemas.microsoft.com/office/drawing/2014/main" id="{AEBEE1ED-BA87-1BC0-53EF-F3E50CCC76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3100" y="11865700"/>
            <a:ext cx="86389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note 1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2710FA1B-3CF1-EF33-988F-D654524E2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1817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6b (subtitle, 6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9786600" y="5413100"/>
            <a:ext cx="3924300" cy="48464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4990071" y="5413100"/>
            <a:ext cx="3933825" cy="484645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10223706" y="5413100"/>
            <a:ext cx="3903662" cy="484646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/>
          </p:cNvSpPr>
          <p:nvPr userDrawn="1"/>
        </p:nvSpPr>
        <p:spPr>
          <a:xfrm>
            <a:off x="5460103" y="5413100"/>
            <a:ext cx="3900900" cy="4846464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/>
          </p:cNvSpPr>
          <p:nvPr userDrawn="1"/>
        </p:nvSpPr>
        <p:spPr>
          <a:xfrm>
            <a:off x="673100" y="5413100"/>
            <a:ext cx="3924300" cy="4846467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229100" y="72229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4284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4925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928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0230246" y="57829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54284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6526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928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3995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673100" y="10733328"/>
            <a:ext cx="86240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2" name="Línea">
            <a:extLst>
              <a:ext uri="{FF2B5EF4-FFF2-40B4-BE49-F238E27FC236}">
                <a16:creationId xmlns:a16="http://schemas.microsoft.com/office/drawing/2014/main" id="{A2445E6D-8D72-9825-57C5-52BE94C9F687}"/>
              </a:ext>
            </a:extLst>
          </p:cNvPr>
          <p:cNvSpPr/>
          <p:nvPr userDrawn="1"/>
        </p:nvSpPr>
        <p:spPr>
          <a:xfrm>
            <a:off x="10209800" y="10733328"/>
            <a:ext cx="135011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11" name="Note 2">
            <a:extLst>
              <a:ext uri="{FF2B5EF4-FFF2-40B4-BE49-F238E27FC236}">
                <a16:creationId xmlns:a16="http://schemas.microsoft.com/office/drawing/2014/main" id="{6DFC3408-EC65-913D-3F40-DAB4D62D9B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235200" y="11041106"/>
            <a:ext cx="13475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edit note 2</a:t>
            </a:r>
          </a:p>
        </p:txBody>
      </p:sp>
      <p:sp>
        <p:nvSpPr>
          <p:cNvPr id="12" name="Note 1">
            <a:extLst>
              <a:ext uri="{FF2B5EF4-FFF2-40B4-BE49-F238E27FC236}">
                <a16:creationId xmlns:a16="http://schemas.microsoft.com/office/drawing/2014/main" id="{AEBEE1ED-BA87-1BC0-53EF-F3E50CCC76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2274" y="11041106"/>
            <a:ext cx="86389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note 1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2710FA1B-3CF1-EF33-988F-D654524E2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3" name="Note 2">
            <a:extLst>
              <a:ext uri="{FF2B5EF4-FFF2-40B4-BE49-F238E27FC236}">
                <a16:creationId xmlns:a16="http://schemas.microsoft.com/office/drawing/2014/main" id="{2A91129A-DF38-DEAA-89D1-666A6FE3615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09800" y="12018553"/>
            <a:ext cx="13475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edit note 2</a:t>
            </a:r>
          </a:p>
        </p:txBody>
      </p:sp>
      <p:sp>
        <p:nvSpPr>
          <p:cNvPr id="15" name="Note 1">
            <a:extLst>
              <a:ext uri="{FF2B5EF4-FFF2-40B4-BE49-F238E27FC236}">
                <a16:creationId xmlns:a16="http://schemas.microsoft.com/office/drawing/2014/main" id="{C18F9CE6-6C9F-280C-77B2-50378D09AA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2274" y="12018553"/>
            <a:ext cx="86389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note 1</a:t>
            </a:r>
          </a:p>
        </p:txBody>
      </p:sp>
    </p:spTree>
    <p:extLst>
      <p:ext uri="{BB962C8B-B14F-4D97-AF65-F5344CB8AC3E}">
        <p14:creationId xmlns:p14="http://schemas.microsoft.com/office/powerpoint/2010/main" val="4088358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iner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Containers Layout (6 boxes w background)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/>
          </p:cNvSpPr>
          <p:nvPr userDrawn="1"/>
        </p:nvSpPr>
        <p:spPr>
          <a:xfrm>
            <a:off x="20218400" y="5422900"/>
            <a:ext cx="3492500" cy="5755100"/>
          </a:xfrm>
          <a:prstGeom prst="rect">
            <a:avLst/>
          </a:prstGeom>
          <a:blipFill>
            <a:blip r:embed="rId2"/>
            <a:srcRect/>
            <a:stretch>
              <a:fillRect l="-345180" t="-33094" b="-4701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6332200" y="5422900"/>
            <a:ext cx="3454400" cy="5755100"/>
          </a:xfrm>
          <a:prstGeom prst="rect">
            <a:avLst/>
          </a:prstGeom>
          <a:blipFill>
            <a:blip r:embed="rId2"/>
            <a:srcRect/>
            <a:stretch>
              <a:fillRect l="-270722" t="-36005" r="-79362" b="-441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2407900" y="5422900"/>
            <a:ext cx="3492500" cy="5755100"/>
          </a:xfrm>
          <a:prstGeom prst="rect">
            <a:avLst/>
          </a:prstGeom>
          <a:blipFill>
            <a:blip r:embed="rId2"/>
            <a:srcRect/>
            <a:stretch>
              <a:fillRect l="-206317" t="-34018" r="-138863" b="-4608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8483600" y="5413100"/>
            <a:ext cx="3492500" cy="5755100"/>
          </a:xfrm>
          <a:prstGeom prst="rect">
            <a:avLst/>
          </a:prstGeom>
          <a:blipFill>
            <a:blip r:embed="rId2"/>
            <a:srcRect/>
            <a:stretch>
              <a:fillRect l="-151360" t="-35836" r="-193818" b="-4427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/>
          </p:cNvSpPr>
          <p:nvPr userDrawn="1"/>
        </p:nvSpPr>
        <p:spPr>
          <a:xfrm>
            <a:off x="4597400" y="5418000"/>
            <a:ext cx="3454400" cy="5755100"/>
          </a:xfrm>
          <a:prstGeom prst="rect">
            <a:avLst/>
          </a:prstGeom>
          <a:blipFill>
            <a:blip r:embed="rId2"/>
            <a:srcRect/>
            <a:stretch>
              <a:fillRect l="-73743" t="-35140" r="-276179" b="-448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/>
          </p:cNvSpPr>
          <p:nvPr userDrawn="1"/>
        </p:nvSpPr>
        <p:spPr>
          <a:xfrm>
            <a:off x="673100" y="5422900"/>
            <a:ext cx="3492500" cy="5755100"/>
          </a:xfrm>
          <a:prstGeom prst="rect">
            <a:avLst/>
          </a:prstGeom>
          <a:blipFill>
            <a:blip r:embed="rId2"/>
            <a:srcRect/>
            <a:stretch>
              <a:fillRect l="-522" t="-35369" r="-346906" b="-456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9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6</a:t>
            </a:r>
          </a:p>
          <a:p>
            <a:pPr lvl="0"/>
            <a:endParaRPr lang="en-GB" noProof="0"/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11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475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5560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687909" y="11538000"/>
            <a:ext cx="230229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F07D46F-EA1D-D06A-5438-362AFAD7C81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1874" y="79375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3EEC3-4158-7CC5-6873-30458F8D35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20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D29783D-5DE0-677C-D2DC-B50BB465EA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352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DE8E8FD-E8B7-31FB-464B-190B4D6A17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8376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3A2902E-5345-FFB9-8032-AEEDA20C8B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7112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12631FE-62DD-ED50-BB28-3DCB9AED0A2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05992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A983CA1-E7D0-C009-9232-F602131D2D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87335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People Layout 1 (3 members vertical)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B5C63212-1F65-0DE1-A07C-C7840F6F1F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65001"/>
            <a:ext cx="11303000" cy="299299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Option 3 description">
            <a:extLst>
              <a:ext uri="{FF2B5EF4-FFF2-40B4-BE49-F238E27FC236}">
                <a16:creationId xmlns:a16="http://schemas.microsoft.com/office/drawing/2014/main" id="{F17287C8-3528-F373-550D-00E598C1C3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332200" y="11509300"/>
            <a:ext cx="7378700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9AA9E2C9-67EA-1E2F-C208-D1392452F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32200" y="10923870"/>
            <a:ext cx="73787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3</a:t>
            </a:r>
          </a:p>
        </p:txBody>
      </p:sp>
      <p:sp>
        <p:nvSpPr>
          <p:cNvPr id="8" name="Option 2 description">
            <a:extLst>
              <a:ext uri="{FF2B5EF4-FFF2-40B4-BE49-F238E27FC236}">
                <a16:creationId xmlns:a16="http://schemas.microsoft.com/office/drawing/2014/main" id="{0FFF51ED-C425-D3D6-A64C-74624A8CA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332200" y="8830435"/>
            <a:ext cx="7378700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9" name="Option 2 title">
            <a:extLst>
              <a:ext uri="{FF2B5EF4-FFF2-40B4-BE49-F238E27FC236}">
                <a16:creationId xmlns:a16="http://schemas.microsoft.com/office/drawing/2014/main" id="{9AEAEFB4-7875-9C3A-49AD-9F3870A789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333788" y="8247235"/>
            <a:ext cx="73787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2</a:t>
            </a:r>
          </a:p>
        </p:txBody>
      </p:sp>
      <p:sp>
        <p:nvSpPr>
          <p:cNvPr id="11" name="Option 1 description">
            <a:extLst>
              <a:ext uri="{FF2B5EF4-FFF2-40B4-BE49-F238E27FC236}">
                <a16:creationId xmlns:a16="http://schemas.microsoft.com/office/drawing/2014/main" id="{2C73F3B9-62B0-9DE7-727D-2EB3C0C1E1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331100" y="6006100"/>
            <a:ext cx="7378700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2" name="Option 1 title">
            <a:extLst>
              <a:ext uri="{FF2B5EF4-FFF2-40B4-BE49-F238E27FC236}">
                <a16:creationId xmlns:a16="http://schemas.microsoft.com/office/drawing/2014/main" id="{9CCBC7C2-DEE5-5227-D8C9-349E2E96CC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332568" y="5422900"/>
            <a:ext cx="7378332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1</a:t>
            </a:r>
          </a:p>
        </p:txBody>
      </p:sp>
      <p:sp>
        <p:nvSpPr>
          <p:cNvPr id="17" name="Photo 3">
            <a:extLst>
              <a:ext uri="{FF2B5EF4-FFF2-40B4-BE49-F238E27FC236}">
                <a16:creationId xmlns:a16="http://schemas.microsoft.com/office/drawing/2014/main" id="{D20C534A-252E-65BB-DC5D-D9820436747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2407900" y="10809400"/>
            <a:ext cx="1728000" cy="1728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hoto 2">
            <a:extLst>
              <a:ext uri="{FF2B5EF4-FFF2-40B4-BE49-F238E27FC236}">
                <a16:creationId xmlns:a16="http://schemas.microsoft.com/office/drawing/2014/main" id="{862D2F21-594D-6274-5AC5-76F0400DF9C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2407900" y="8153900"/>
            <a:ext cx="1728000" cy="1728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hoto 1">
            <a:extLst>
              <a:ext uri="{FF2B5EF4-FFF2-40B4-BE49-F238E27FC236}">
                <a16:creationId xmlns:a16="http://schemas.microsoft.com/office/drawing/2014/main" id="{510C7B41-C545-AC4C-1679-A305F255614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2407900" y="5418000"/>
            <a:ext cx="1728000" cy="1728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itle Placeholder">
            <a:extLst>
              <a:ext uri="{FF2B5EF4-FFF2-40B4-BE49-F238E27FC236}">
                <a16:creationId xmlns:a16="http://schemas.microsoft.com/office/drawing/2014/main" id="{525563B2-7EA0-E3A8-D9E6-9AD682FCFD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442698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People Layout 2 (4 members horizontal)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18" name="Person 4 description">
            <a:extLst>
              <a:ext uri="{FF2B5EF4-FFF2-40B4-BE49-F238E27FC236}">
                <a16:creationId xmlns:a16="http://schemas.microsoft.com/office/drawing/2014/main" id="{3875C845-EC70-8FB7-6A01-B000C37345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10458000"/>
            <a:ext cx="5403800" cy="212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9" name="Name 4">
            <a:extLst>
              <a:ext uri="{FF2B5EF4-FFF2-40B4-BE49-F238E27FC236}">
                <a16:creationId xmlns:a16="http://schemas.microsoft.com/office/drawing/2014/main" id="{92D327A1-D5E7-F5D4-3143-EF1D5DAB095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275300" y="9874800"/>
            <a:ext cx="5403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4</a:t>
            </a:r>
          </a:p>
        </p:txBody>
      </p:sp>
      <p:sp>
        <p:nvSpPr>
          <p:cNvPr id="14" name="Photo 4">
            <a:extLst>
              <a:ext uri="{FF2B5EF4-FFF2-40B4-BE49-F238E27FC236}">
                <a16:creationId xmlns:a16="http://schemas.microsoft.com/office/drawing/2014/main" id="{BD508E03-EE5A-C790-7B80-14CFA29290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8275300" y="5422900"/>
            <a:ext cx="3492000" cy="3492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erson 3 description">
            <a:extLst>
              <a:ext uri="{FF2B5EF4-FFF2-40B4-BE49-F238E27FC236}">
                <a16:creationId xmlns:a16="http://schemas.microsoft.com/office/drawing/2014/main" id="{F17287C8-3528-F373-550D-00E598C1C3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39700" y="10458000"/>
            <a:ext cx="5403800" cy="212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6" name="Name 3">
            <a:extLst>
              <a:ext uri="{FF2B5EF4-FFF2-40B4-BE49-F238E27FC236}">
                <a16:creationId xmlns:a16="http://schemas.microsoft.com/office/drawing/2014/main" id="{9AA9E2C9-67EA-1E2F-C208-D1392452F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39700" y="9874800"/>
            <a:ext cx="5403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3</a:t>
            </a:r>
          </a:p>
        </p:txBody>
      </p:sp>
      <p:sp>
        <p:nvSpPr>
          <p:cNvPr id="17" name="Photo 3">
            <a:extLst>
              <a:ext uri="{FF2B5EF4-FFF2-40B4-BE49-F238E27FC236}">
                <a16:creationId xmlns:a16="http://schemas.microsoft.com/office/drawing/2014/main" id="{D20C534A-252E-65BB-DC5D-D9820436747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2407900" y="5422900"/>
            <a:ext cx="3492000" cy="3492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erson 2 description">
            <a:extLst>
              <a:ext uri="{FF2B5EF4-FFF2-40B4-BE49-F238E27FC236}">
                <a16:creationId xmlns:a16="http://schemas.microsoft.com/office/drawing/2014/main" id="{0FFF51ED-C425-D3D6-A64C-74624A8CA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8912" y="10458000"/>
            <a:ext cx="5437188" cy="21121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6" name="Photo 2">
            <a:extLst>
              <a:ext uri="{FF2B5EF4-FFF2-40B4-BE49-F238E27FC236}">
                <a16:creationId xmlns:a16="http://schemas.microsoft.com/office/drawing/2014/main" id="{862D2F21-594D-6274-5AC5-76F0400DF9C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540500" y="5422900"/>
            <a:ext cx="3492000" cy="3492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Name 2">
            <a:extLst>
              <a:ext uri="{FF2B5EF4-FFF2-40B4-BE49-F238E27FC236}">
                <a16:creationId xmlns:a16="http://schemas.microsoft.com/office/drawing/2014/main" id="{9AEAEFB4-7875-9C3A-49AD-9F3870A789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500" y="9874800"/>
            <a:ext cx="54356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2</a:t>
            </a:r>
          </a:p>
        </p:txBody>
      </p:sp>
      <p:sp>
        <p:nvSpPr>
          <p:cNvPr id="11" name="Person 1 description">
            <a:extLst>
              <a:ext uri="{FF2B5EF4-FFF2-40B4-BE49-F238E27FC236}">
                <a16:creationId xmlns:a16="http://schemas.microsoft.com/office/drawing/2014/main" id="{2C73F3B9-62B0-9DE7-727D-2EB3C0C1E1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000" y="10458000"/>
            <a:ext cx="5436700" cy="212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2" name="Name 1">
            <a:extLst>
              <a:ext uri="{FF2B5EF4-FFF2-40B4-BE49-F238E27FC236}">
                <a16:creationId xmlns:a16="http://schemas.microsoft.com/office/drawing/2014/main" id="{9CCBC7C2-DEE5-5227-D8C9-349E2E96CC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468" y="9874800"/>
            <a:ext cx="5436429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1</a:t>
            </a:r>
          </a:p>
        </p:txBody>
      </p:sp>
      <p:sp>
        <p:nvSpPr>
          <p:cNvPr id="15" name="Photo 1">
            <a:extLst>
              <a:ext uri="{FF2B5EF4-FFF2-40B4-BE49-F238E27FC236}">
                <a16:creationId xmlns:a16="http://schemas.microsoft.com/office/drawing/2014/main" id="{510C7B41-C545-AC4C-1679-A305F255614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3100" y="5418000"/>
            <a:ext cx="3492500" cy="34925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Placeholder">
            <a:extLst>
              <a:ext uri="{FF2B5EF4-FFF2-40B4-BE49-F238E27FC236}">
                <a16:creationId xmlns:a16="http://schemas.microsoft.com/office/drawing/2014/main" id="{EF8B69CA-0C20-9315-D62B-B18D5955D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3505D3B7-D643-DD4B-8960-AE2F10232E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63995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878089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People Layout 3 (4 members rectangular)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18" name="Person 4 description">
            <a:extLst>
              <a:ext uri="{FF2B5EF4-FFF2-40B4-BE49-F238E27FC236}">
                <a16:creationId xmlns:a16="http://schemas.microsoft.com/office/drawing/2014/main" id="{3875C845-EC70-8FB7-6A01-B000C37345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10245700"/>
            <a:ext cx="5400000" cy="23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9" name="Name 4">
            <a:extLst>
              <a:ext uri="{FF2B5EF4-FFF2-40B4-BE49-F238E27FC236}">
                <a16:creationId xmlns:a16="http://schemas.microsoft.com/office/drawing/2014/main" id="{92D327A1-D5E7-F5D4-3143-EF1D5DAB095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275300" y="9454200"/>
            <a:ext cx="5403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4</a:t>
            </a:r>
          </a:p>
        </p:txBody>
      </p:sp>
      <p:sp>
        <p:nvSpPr>
          <p:cNvPr id="14" name="Photo 4">
            <a:extLst>
              <a:ext uri="{FF2B5EF4-FFF2-40B4-BE49-F238E27FC236}">
                <a16:creationId xmlns:a16="http://schemas.microsoft.com/office/drawing/2014/main" id="{BD508E03-EE5A-C790-7B80-14CFA29290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8275300" y="5422900"/>
            <a:ext cx="5400000" cy="36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erson 3 description">
            <a:extLst>
              <a:ext uri="{FF2B5EF4-FFF2-40B4-BE49-F238E27FC236}">
                <a16:creationId xmlns:a16="http://schemas.microsoft.com/office/drawing/2014/main" id="{F17287C8-3528-F373-550D-00E598C1C3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39700" y="10245700"/>
            <a:ext cx="5400000" cy="23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6" name="Name 3">
            <a:extLst>
              <a:ext uri="{FF2B5EF4-FFF2-40B4-BE49-F238E27FC236}">
                <a16:creationId xmlns:a16="http://schemas.microsoft.com/office/drawing/2014/main" id="{9AA9E2C9-67EA-1E2F-C208-D1392452F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39700" y="9454200"/>
            <a:ext cx="5403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3</a:t>
            </a:r>
          </a:p>
        </p:txBody>
      </p:sp>
      <p:sp>
        <p:nvSpPr>
          <p:cNvPr id="17" name="Photo 3">
            <a:extLst>
              <a:ext uri="{FF2B5EF4-FFF2-40B4-BE49-F238E27FC236}">
                <a16:creationId xmlns:a16="http://schemas.microsoft.com/office/drawing/2014/main" id="{D20C534A-252E-65BB-DC5D-D9820436747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2407900" y="5422900"/>
            <a:ext cx="5400000" cy="36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erson 2 description">
            <a:extLst>
              <a:ext uri="{FF2B5EF4-FFF2-40B4-BE49-F238E27FC236}">
                <a16:creationId xmlns:a16="http://schemas.microsoft.com/office/drawing/2014/main" id="{0FFF51ED-C425-D3D6-A64C-74624A8CA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8912" y="10245700"/>
            <a:ext cx="5400000" cy="23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6" name="Photo 2">
            <a:extLst>
              <a:ext uri="{FF2B5EF4-FFF2-40B4-BE49-F238E27FC236}">
                <a16:creationId xmlns:a16="http://schemas.microsoft.com/office/drawing/2014/main" id="{862D2F21-594D-6274-5AC5-76F0400DF9C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540500" y="5422900"/>
            <a:ext cx="5400000" cy="36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Name 2">
            <a:extLst>
              <a:ext uri="{FF2B5EF4-FFF2-40B4-BE49-F238E27FC236}">
                <a16:creationId xmlns:a16="http://schemas.microsoft.com/office/drawing/2014/main" id="{9AEAEFB4-7875-9C3A-49AD-9F3870A789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500" y="9454200"/>
            <a:ext cx="54356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2</a:t>
            </a:r>
          </a:p>
        </p:txBody>
      </p:sp>
      <p:sp>
        <p:nvSpPr>
          <p:cNvPr id="11" name="Person 1 description">
            <a:extLst>
              <a:ext uri="{FF2B5EF4-FFF2-40B4-BE49-F238E27FC236}">
                <a16:creationId xmlns:a16="http://schemas.microsoft.com/office/drawing/2014/main" id="{2C73F3B9-62B0-9DE7-727D-2EB3C0C1E1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000" y="10245700"/>
            <a:ext cx="5400000" cy="23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2" name="Name 1">
            <a:extLst>
              <a:ext uri="{FF2B5EF4-FFF2-40B4-BE49-F238E27FC236}">
                <a16:creationId xmlns:a16="http://schemas.microsoft.com/office/drawing/2014/main" id="{9CCBC7C2-DEE5-5227-D8C9-349E2E96CC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468" y="9454200"/>
            <a:ext cx="5436429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1</a:t>
            </a:r>
          </a:p>
        </p:txBody>
      </p:sp>
      <p:sp>
        <p:nvSpPr>
          <p:cNvPr id="15" name="Photo 1">
            <a:extLst>
              <a:ext uri="{FF2B5EF4-FFF2-40B4-BE49-F238E27FC236}">
                <a16:creationId xmlns:a16="http://schemas.microsoft.com/office/drawing/2014/main" id="{510C7B41-C545-AC4C-1679-A305F255614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3100" y="5418000"/>
            <a:ext cx="5400000" cy="36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Placeholder">
            <a:extLst>
              <a:ext uri="{FF2B5EF4-FFF2-40B4-BE49-F238E27FC236}">
                <a16:creationId xmlns:a16="http://schemas.microsoft.com/office/drawing/2014/main" id="{B06F6689-A2E5-1F2C-C839-EB3ABCCBD3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87C9C0D8-BA53-B22A-0CC5-7B378BBB7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63995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22437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chl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Punchline 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Lorem ipsum dolor sit met avenues sit lares musimun">
            <a:extLst>
              <a:ext uri="{FF2B5EF4-FFF2-40B4-BE49-F238E27FC236}">
                <a16:creationId xmlns:a16="http://schemas.microsoft.com/office/drawing/2014/main" id="{348B22F6-9C0C-26C1-2ACC-FD87A215BF17}"/>
              </a:ext>
            </a:extLst>
          </p:cNvPr>
          <p:cNvSpPr txBox="1"/>
          <p:nvPr userDrawn="1"/>
        </p:nvSpPr>
        <p:spPr>
          <a:xfrm>
            <a:off x="12427660" y="2540000"/>
            <a:ext cx="11283240" cy="1154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6000">
                <a:solidFill>
                  <a:srgbClr val="03377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>
              <a:lnSpc>
                <a:spcPts val="9000"/>
              </a:lnSpc>
            </a:pPr>
            <a:endParaRPr lang="en-US" sz="8000" noProof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Gráfico 11">
            <a:extLst>
              <a:ext uri="{FF2B5EF4-FFF2-40B4-BE49-F238E27FC236}">
                <a16:creationId xmlns:a16="http://schemas.microsoft.com/office/drawing/2014/main" id="{90A99D10-5D56-C2FF-7257-7C68683714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07900" y="11588800"/>
            <a:ext cx="379591" cy="379591"/>
          </a:xfrm>
          <a:prstGeom prst="rect">
            <a:avLst/>
          </a:prstGeom>
        </p:spPr>
      </p:pic>
      <p:pic>
        <p:nvPicPr>
          <p:cNvPr id="11" name="Gráfico 13">
            <a:extLst>
              <a:ext uri="{FF2B5EF4-FFF2-40B4-BE49-F238E27FC236}">
                <a16:creationId xmlns:a16="http://schemas.microsoft.com/office/drawing/2014/main" id="{08DC2D48-8F3F-3E27-A436-75F7BF97F9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4684" y="12257341"/>
            <a:ext cx="379590" cy="250451"/>
          </a:xfrm>
          <a:prstGeom prst="rect">
            <a:avLst/>
          </a:prstGeom>
        </p:spPr>
      </p:pic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B340C55-E5EB-06F8-A6C5-A331FF9DD70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1976100" cy="13716000"/>
          </a:xfrm>
          <a:prstGeom prst="rect">
            <a:avLst/>
          </a:prstGeom>
        </p:spPr>
        <p:txBody>
          <a:bodyPr wrap="none" lIns="0" tIns="5400000" rIns="0" bIns="0"/>
          <a:lstStyle>
            <a:lvl1pPr marL="0" indent="0" algn="ctr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below in the center to change the picture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1F6950-CB6F-D331-02B9-FD32B03753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7230" y="2032000"/>
            <a:ext cx="11304100" cy="482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claim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C7A5F161-9899-792C-D010-35DE46BD5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8810148"/>
            <a:ext cx="11303000" cy="86146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name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198BCAC8-CDA4-C8F2-B67E-C51400A38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424684" y="9829508"/>
            <a:ext cx="11303000" cy="86146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role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69CE1D4-CC64-53BD-2F1E-6563DEBBC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98343" y="11588800"/>
            <a:ext cx="10629341" cy="56208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phone number</a:t>
            </a:r>
          </a:p>
        </p:txBody>
      </p: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F6D5ADDA-6513-49EE-A002-1FC023AC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90529" y="12251365"/>
            <a:ext cx="10629341" cy="56208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mail address</a:t>
            </a:r>
          </a:p>
        </p:txBody>
      </p:sp>
    </p:spTree>
    <p:extLst>
      <p:ext uri="{BB962C8B-B14F-4D97-AF65-F5344CB8AC3E}">
        <p14:creationId xmlns:p14="http://schemas.microsoft.com/office/powerpoint/2010/main" val="1390319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/>
              <a:t>Quote Layout</a:t>
            </a:r>
          </a:p>
        </p:txBody>
      </p:sp>
      <p:sp>
        <p:nvSpPr>
          <p:cNvPr id="13" name="LBlu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1200" y="6900000"/>
            <a:ext cx="163808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here to edit the quote</a:t>
            </a:r>
          </a:p>
        </p:txBody>
      </p:sp>
      <p:sp>
        <p:nvSpPr>
          <p:cNvPr id="8" name="Autho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2300" y="10135100"/>
            <a:ext cx="16379700" cy="720000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here to edit the </a:t>
            </a:r>
            <a:r>
              <a:rPr lang="en-US" err="1"/>
              <a:t>autor</a:t>
            </a:r>
            <a:endParaRPr lang="en-US"/>
          </a:p>
        </p:txBody>
      </p:sp>
      <p:sp>
        <p:nvSpPr>
          <p:cNvPr id="2" name="Top Line">
            <a:extLst>
              <a:ext uri="{FF2B5EF4-FFF2-40B4-BE49-F238E27FC236}">
                <a16:creationId xmlns:a16="http://schemas.microsoft.com/office/drawing/2014/main" id="{6844C9FC-9751-C973-A2EE-7E616C66FFF2}"/>
              </a:ext>
            </a:extLst>
          </p:cNvPr>
          <p:cNvSpPr/>
          <p:nvPr userDrawn="1"/>
        </p:nvSpPr>
        <p:spPr>
          <a:xfrm>
            <a:off x="6905485" y="6349083"/>
            <a:ext cx="16543762" cy="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" name="Bottom Line">
            <a:extLst>
              <a:ext uri="{FF2B5EF4-FFF2-40B4-BE49-F238E27FC236}">
                <a16:creationId xmlns:a16="http://schemas.microsoft.com/office/drawing/2014/main" id="{7C01FA40-CCF1-D018-A913-A5067B57ACF9}"/>
              </a:ext>
            </a:extLst>
          </p:cNvPr>
          <p:cNvSpPr/>
          <p:nvPr userDrawn="1"/>
        </p:nvSpPr>
        <p:spPr>
          <a:xfrm flipV="1">
            <a:off x="6905485" y="12582524"/>
            <a:ext cx="16543762" cy="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1279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 Cover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Back Cover  1 (Contact)</a:t>
            </a:r>
          </a:p>
        </p:txBody>
      </p:sp>
      <p:sp>
        <p:nvSpPr>
          <p:cNvPr id="13" name="Blu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grpSp>
        <p:nvGrpSpPr>
          <p:cNvPr id="12" name="Socials">
            <a:extLst>
              <a:ext uri="{FF2B5EF4-FFF2-40B4-BE49-F238E27FC236}">
                <a16:creationId xmlns:a16="http://schemas.microsoft.com/office/drawing/2014/main" id="{DF8D91B8-AB2A-001C-2A03-3BA65AE6C019}"/>
              </a:ext>
            </a:extLst>
          </p:cNvPr>
          <p:cNvGrpSpPr>
            <a:grpSpLocks/>
          </p:cNvGrpSpPr>
          <p:nvPr userDrawn="1"/>
        </p:nvGrpSpPr>
        <p:grpSpPr>
          <a:xfrm>
            <a:off x="2689971" y="8889520"/>
            <a:ext cx="5076986" cy="657293"/>
            <a:chOff x="12876052" y="12184958"/>
            <a:chExt cx="5283862" cy="684076"/>
          </a:xfrm>
        </p:grpSpPr>
        <p:sp>
          <p:nvSpPr>
            <p:cNvPr id="14" name="Forma libre: forma 17">
              <a:extLst>
                <a:ext uri="{FF2B5EF4-FFF2-40B4-BE49-F238E27FC236}">
                  <a16:creationId xmlns:a16="http://schemas.microsoft.com/office/drawing/2014/main" id="{75700C4D-4CE5-CD35-CB4F-2B4D61833C36}"/>
                </a:ext>
              </a:extLst>
            </p:cNvPr>
            <p:cNvSpPr>
              <a:spLocks/>
            </p:cNvSpPr>
            <p:nvPr/>
          </p:nvSpPr>
          <p:spPr>
            <a:xfrm>
              <a:off x="12947659" y="12709675"/>
              <a:ext cx="17378" cy="17593"/>
            </a:xfrm>
            <a:custGeom>
              <a:avLst/>
              <a:gdLst>
                <a:gd name="connsiteX0" fmla="*/ 14804 w 17378"/>
                <a:gd name="connsiteY0" fmla="*/ 15019 h 17593"/>
                <a:gd name="connsiteX1" fmla="*/ 14804 w 17378"/>
                <a:gd name="connsiteY1" fmla="*/ 2575 h 17593"/>
                <a:gd name="connsiteX2" fmla="*/ 2575 w 17378"/>
                <a:gd name="connsiteY2" fmla="*/ 2575 h 17593"/>
                <a:gd name="connsiteX3" fmla="*/ 2575 w 17378"/>
                <a:gd name="connsiteY3" fmla="*/ 15019 h 17593"/>
                <a:gd name="connsiteX4" fmla="*/ 14804 w 17378"/>
                <a:gd name="connsiteY4" fmla="*/ 15019 h 1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8" h="17593">
                  <a:moveTo>
                    <a:pt x="14804" y="15019"/>
                  </a:moveTo>
                  <a:cubicBezTo>
                    <a:pt x="18237" y="11586"/>
                    <a:pt x="18237" y="6007"/>
                    <a:pt x="14804" y="2575"/>
                  </a:cubicBezTo>
                  <a:cubicBezTo>
                    <a:pt x="11371" y="-858"/>
                    <a:pt x="5793" y="-858"/>
                    <a:pt x="2575" y="2575"/>
                  </a:cubicBezTo>
                  <a:cubicBezTo>
                    <a:pt x="-858" y="6007"/>
                    <a:pt x="-858" y="11586"/>
                    <a:pt x="2575" y="15019"/>
                  </a:cubicBezTo>
                  <a:cubicBezTo>
                    <a:pt x="6007" y="18452"/>
                    <a:pt x="11586" y="18452"/>
                    <a:pt x="14804" y="15019"/>
                  </a:cubicBezTo>
                  <a:close/>
                </a:path>
              </a:pathLst>
            </a:custGeom>
            <a:solidFill>
              <a:srgbClr val="1F3A7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16" name="Facebook">
              <a:hlinkClick r:id="rId2" highlightClick="1"/>
              <a:extLst>
                <a:ext uri="{FF2B5EF4-FFF2-40B4-BE49-F238E27FC236}">
                  <a16:creationId xmlns:a16="http://schemas.microsoft.com/office/drawing/2014/main" id="{D54B742E-C5C3-F901-2380-E190FC12D471}"/>
                </a:ext>
              </a:extLst>
            </p:cNvPr>
            <p:cNvSpPr>
              <a:spLocks/>
            </p:cNvSpPr>
            <p:nvPr/>
          </p:nvSpPr>
          <p:spPr>
            <a:xfrm>
              <a:off x="12876052" y="12184958"/>
              <a:ext cx="664579" cy="664981"/>
            </a:xfrm>
            <a:custGeom>
              <a:avLst/>
              <a:gdLst>
                <a:gd name="connsiteX0" fmla="*/ 567226 w 664579"/>
                <a:gd name="connsiteY0" fmla="*/ 567843 h 664981"/>
                <a:gd name="connsiteX1" fmla="*/ 567226 w 664579"/>
                <a:gd name="connsiteY1" fmla="*/ 97541 h 664981"/>
                <a:gd name="connsiteX2" fmla="*/ 97354 w 664579"/>
                <a:gd name="connsiteY2" fmla="*/ 97327 h 664981"/>
                <a:gd name="connsiteX3" fmla="*/ 97354 w 664579"/>
                <a:gd name="connsiteY3" fmla="*/ 567628 h 664981"/>
                <a:gd name="connsiteX4" fmla="*/ 567226 w 664579"/>
                <a:gd name="connsiteY4" fmla="*/ 567628 h 664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579" h="664981">
                  <a:moveTo>
                    <a:pt x="567226" y="567843"/>
                  </a:moveTo>
                  <a:cubicBezTo>
                    <a:pt x="697031" y="438038"/>
                    <a:pt x="697031" y="227346"/>
                    <a:pt x="567226" y="97541"/>
                  </a:cubicBezTo>
                  <a:cubicBezTo>
                    <a:pt x="437421" y="-32478"/>
                    <a:pt x="227159" y="-32478"/>
                    <a:pt x="97354" y="97327"/>
                  </a:cubicBezTo>
                  <a:cubicBezTo>
                    <a:pt x="-32451" y="227132"/>
                    <a:pt x="-32451" y="437823"/>
                    <a:pt x="97354" y="567628"/>
                  </a:cubicBezTo>
                  <a:cubicBezTo>
                    <a:pt x="227159" y="697433"/>
                    <a:pt x="437421" y="697433"/>
                    <a:pt x="567226" y="567628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" name="Facebook F">
              <a:hlinkClick r:id="rId2"/>
              <a:extLst>
                <a:ext uri="{FF2B5EF4-FFF2-40B4-BE49-F238E27FC236}">
                  <a16:creationId xmlns:a16="http://schemas.microsoft.com/office/drawing/2014/main" id="{686DFE42-6FC1-CC80-B1D5-3C1A8BA716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100850" y="12343896"/>
              <a:ext cx="192239" cy="358055"/>
            </a:xfrm>
            <a:custGeom>
              <a:avLst/>
              <a:gdLst>
                <a:gd name="connsiteX0" fmla="*/ 58573 w 192239"/>
                <a:gd name="connsiteY0" fmla="*/ 358055 h 358055"/>
                <a:gd name="connsiteX1" fmla="*/ 128088 w 192239"/>
                <a:gd name="connsiteY1" fmla="*/ 358055 h 358055"/>
                <a:gd name="connsiteX2" fmla="*/ 128088 w 192239"/>
                <a:gd name="connsiteY2" fmla="*/ 197998 h 358055"/>
                <a:gd name="connsiteX3" fmla="*/ 179581 w 192239"/>
                <a:gd name="connsiteY3" fmla="*/ 197998 h 358055"/>
                <a:gd name="connsiteX4" fmla="*/ 189880 w 192239"/>
                <a:gd name="connsiteY4" fmla="*/ 133418 h 358055"/>
                <a:gd name="connsiteX5" fmla="*/ 128303 w 192239"/>
                <a:gd name="connsiteY5" fmla="*/ 133418 h 358055"/>
                <a:gd name="connsiteX6" fmla="*/ 128303 w 192239"/>
                <a:gd name="connsiteY6" fmla="*/ 84500 h 358055"/>
                <a:gd name="connsiteX7" fmla="*/ 162202 w 192239"/>
                <a:gd name="connsiteY7" fmla="*/ 56179 h 358055"/>
                <a:gd name="connsiteX8" fmla="*/ 192240 w 192239"/>
                <a:gd name="connsiteY8" fmla="*/ 56179 h 358055"/>
                <a:gd name="connsiteX9" fmla="*/ 192240 w 192239"/>
                <a:gd name="connsiteY9" fmla="*/ 2540 h 358055"/>
                <a:gd name="connsiteX10" fmla="*/ 138387 w 192239"/>
                <a:gd name="connsiteY10" fmla="*/ 180 h 358055"/>
                <a:gd name="connsiteX11" fmla="*/ 58573 w 192239"/>
                <a:gd name="connsiteY11" fmla="*/ 85358 h 358055"/>
                <a:gd name="connsiteX12" fmla="*/ 58573 w 192239"/>
                <a:gd name="connsiteY12" fmla="*/ 133418 h 358055"/>
                <a:gd name="connsiteX13" fmla="*/ 0 w 192239"/>
                <a:gd name="connsiteY13" fmla="*/ 133418 h 358055"/>
                <a:gd name="connsiteX14" fmla="*/ 0 w 192239"/>
                <a:gd name="connsiteY14" fmla="*/ 197998 h 358055"/>
                <a:gd name="connsiteX15" fmla="*/ 58573 w 192239"/>
                <a:gd name="connsiteY15" fmla="*/ 197998 h 358055"/>
                <a:gd name="connsiteX16" fmla="*/ 58573 w 192239"/>
                <a:gd name="connsiteY16" fmla="*/ 358055 h 35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2239" h="358055">
                  <a:moveTo>
                    <a:pt x="58573" y="358055"/>
                  </a:moveTo>
                  <a:lnTo>
                    <a:pt x="128088" y="358055"/>
                  </a:lnTo>
                  <a:lnTo>
                    <a:pt x="128088" y="197998"/>
                  </a:lnTo>
                  <a:lnTo>
                    <a:pt x="179581" y="197998"/>
                  </a:lnTo>
                  <a:lnTo>
                    <a:pt x="189880" y="133418"/>
                  </a:lnTo>
                  <a:lnTo>
                    <a:pt x="128303" y="133418"/>
                  </a:lnTo>
                  <a:lnTo>
                    <a:pt x="128303" y="84500"/>
                  </a:lnTo>
                  <a:cubicBezTo>
                    <a:pt x="128303" y="66477"/>
                    <a:pt x="145682" y="56179"/>
                    <a:pt x="162202" y="56179"/>
                  </a:cubicBezTo>
                  <a:lnTo>
                    <a:pt x="192240" y="56179"/>
                  </a:lnTo>
                  <a:lnTo>
                    <a:pt x="192240" y="2540"/>
                  </a:lnTo>
                  <a:lnTo>
                    <a:pt x="138387" y="180"/>
                  </a:lnTo>
                  <a:cubicBezTo>
                    <a:pt x="86894" y="-3038"/>
                    <a:pt x="58573" y="37298"/>
                    <a:pt x="58573" y="85358"/>
                  </a:cubicBezTo>
                  <a:lnTo>
                    <a:pt x="58573" y="133418"/>
                  </a:lnTo>
                  <a:lnTo>
                    <a:pt x="0" y="133418"/>
                  </a:lnTo>
                  <a:lnTo>
                    <a:pt x="0" y="197998"/>
                  </a:lnTo>
                  <a:lnTo>
                    <a:pt x="58573" y="197998"/>
                  </a:lnTo>
                  <a:lnTo>
                    <a:pt x="58573" y="358055"/>
                  </a:ln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18" name="Insta">
              <a:hlinkClick r:id="rId3"/>
              <a:extLst>
                <a:ext uri="{FF2B5EF4-FFF2-40B4-BE49-F238E27FC236}">
                  <a16:creationId xmlns:a16="http://schemas.microsoft.com/office/drawing/2014/main" id="{109EAA53-7035-1A70-7615-ED84860CEA12}"/>
                </a:ext>
              </a:extLst>
            </p:cNvPr>
            <p:cNvSpPr>
              <a:spLocks/>
            </p:cNvSpPr>
            <p:nvPr/>
          </p:nvSpPr>
          <p:spPr>
            <a:xfrm>
              <a:off x="14034641" y="12196517"/>
              <a:ext cx="664579" cy="665008"/>
            </a:xfrm>
            <a:custGeom>
              <a:avLst/>
              <a:gdLst>
                <a:gd name="connsiteX0" fmla="*/ 567226 w 664579"/>
                <a:gd name="connsiteY0" fmla="*/ 567655 h 665008"/>
                <a:gd name="connsiteX1" fmla="*/ 567226 w 664579"/>
                <a:gd name="connsiteY1" fmla="*/ 97354 h 665008"/>
                <a:gd name="connsiteX2" fmla="*/ 97354 w 664579"/>
                <a:gd name="connsiteY2" fmla="*/ 97354 h 665008"/>
                <a:gd name="connsiteX3" fmla="*/ 97354 w 664579"/>
                <a:gd name="connsiteY3" fmla="*/ 567655 h 665008"/>
                <a:gd name="connsiteX4" fmla="*/ 567226 w 664579"/>
                <a:gd name="connsiteY4" fmla="*/ 567655 h 66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579" h="665008">
                  <a:moveTo>
                    <a:pt x="567226" y="567655"/>
                  </a:moveTo>
                  <a:cubicBezTo>
                    <a:pt x="697031" y="437850"/>
                    <a:pt x="697031" y="227158"/>
                    <a:pt x="567226" y="97354"/>
                  </a:cubicBezTo>
                  <a:cubicBezTo>
                    <a:pt x="437421" y="-32451"/>
                    <a:pt x="227159" y="-32451"/>
                    <a:pt x="97354" y="97354"/>
                  </a:cubicBezTo>
                  <a:cubicBezTo>
                    <a:pt x="-32451" y="227158"/>
                    <a:pt x="-32451" y="437850"/>
                    <a:pt x="97354" y="567655"/>
                  </a:cubicBezTo>
                  <a:cubicBezTo>
                    <a:pt x="227159" y="697460"/>
                    <a:pt x="437421" y="697460"/>
                    <a:pt x="567226" y="56765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" name="Insta logo">
              <a:hlinkClick r:id="rId3"/>
              <a:extLst>
                <a:ext uri="{FF2B5EF4-FFF2-40B4-BE49-F238E27FC236}">
                  <a16:creationId xmlns:a16="http://schemas.microsoft.com/office/drawing/2014/main" id="{10513351-71BB-213B-72A5-7F2B8B490E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190997" y="12353517"/>
              <a:ext cx="353798" cy="353798"/>
            </a:xfrm>
            <a:custGeom>
              <a:avLst/>
              <a:gdLst>
                <a:gd name="connsiteX0" fmla="*/ 95476 w 353798"/>
                <a:gd name="connsiteY0" fmla="*/ 0 h 353798"/>
                <a:gd name="connsiteX1" fmla="*/ 258322 w 353798"/>
                <a:gd name="connsiteY1" fmla="*/ 0 h 353798"/>
                <a:gd name="connsiteX2" fmla="*/ 353799 w 353798"/>
                <a:gd name="connsiteY2" fmla="*/ 95691 h 353798"/>
                <a:gd name="connsiteX3" fmla="*/ 353799 w 353798"/>
                <a:gd name="connsiteY3" fmla="*/ 258108 h 353798"/>
                <a:gd name="connsiteX4" fmla="*/ 258322 w 353798"/>
                <a:gd name="connsiteY4" fmla="*/ 353799 h 353798"/>
                <a:gd name="connsiteX5" fmla="*/ 95476 w 353798"/>
                <a:gd name="connsiteY5" fmla="*/ 353799 h 353798"/>
                <a:gd name="connsiteX6" fmla="*/ 0 w 353798"/>
                <a:gd name="connsiteY6" fmla="*/ 258108 h 353798"/>
                <a:gd name="connsiteX7" fmla="*/ 0 w 353798"/>
                <a:gd name="connsiteY7" fmla="*/ 95691 h 353798"/>
                <a:gd name="connsiteX8" fmla="*/ 95476 w 353798"/>
                <a:gd name="connsiteY8" fmla="*/ 0 h 353798"/>
                <a:gd name="connsiteX9" fmla="*/ 271839 w 353798"/>
                <a:gd name="connsiteY9" fmla="*/ 61791 h 353798"/>
                <a:gd name="connsiteX10" fmla="*/ 292007 w 353798"/>
                <a:gd name="connsiteY10" fmla="*/ 82174 h 353798"/>
                <a:gd name="connsiteX11" fmla="*/ 271839 w 353798"/>
                <a:gd name="connsiteY11" fmla="*/ 102557 h 353798"/>
                <a:gd name="connsiteX12" fmla="*/ 251671 w 353798"/>
                <a:gd name="connsiteY12" fmla="*/ 82174 h 353798"/>
                <a:gd name="connsiteX13" fmla="*/ 271839 w 353798"/>
                <a:gd name="connsiteY13" fmla="*/ 61791 h 353798"/>
                <a:gd name="connsiteX14" fmla="*/ 176363 w 353798"/>
                <a:gd name="connsiteY14" fmla="*/ 80458 h 353798"/>
                <a:gd name="connsiteX15" fmla="*/ 177221 w 353798"/>
                <a:gd name="connsiteY15" fmla="*/ 80458 h 353798"/>
                <a:gd name="connsiteX16" fmla="*/ 273341 w 353798"/>
                <a:gd name="connsiteY16" fmla="*/ 177007 h 353798"/>
                <a:gd name="connsiteX17" fmla="*/ 177221 w 353798"/>
                <a:gd name="connsiteY17" fmla="*/ 273556 h 353798"/>
                <a:gd name="connsiteX18" fmla="*/ 176363 w 353798"/>
                <a:gd name="connsiteY18" fmla="*/ 273556 h 353798"/>
                <a:gd name="connsiteX19" fmla="*/ 80887 w 353798"/>
                <a:gd name="connsiteY19" fmla="*/ 177007 h 353798"/>
                <a:gd name="connsiteX20" fmla="*/ 176363 w 353798"/>
                <a:gd name="connsiteY20" fmla="*/ 80458 h 353798"/>
                <a:gd name="connsiteX21" fmla="*/ 176363 w 353798"/>
                <a:gd name="connsiteY21" fmla="*/ 113499 h 353798"/>
                <a:gd name="connsiteX22" fmla="*/ 177221 w 353798"/>
                <a:gd name="connsiteY22" fmla="*/ 113499 h 353798"/>
                <a:gd name="connsiteX23" fmla="*/ 240515 w 353798"/>
                <a:gd name="connsiteY23" fmla="*/ 177007 h 353798"/>
                <a:gd name="connsiteX24" fmla="*/ 177221 w 353798"/>
                <a:gd name="connsiteY24" fmla="*/ 241373 h 353798"/>
                <a:gd name="connsiteX25" fmla="*/ 176363 w 353798"/>
                <a:gd name="connsiteY25" fmla="*/ 241373 h 353798"/>
                <a:gd name="connsiteX26" fmla="*/ 113070 w 353798"/>
                <a:gd name="connsiteY26" fmla="*/ 177007 h 353798"/>
                <a:gd name="connsiteX27" fmla="*/ 176363 w 353798"/>
                <a:gd name="connsiteY27" fmla="*/ 113499 h 353798"/>
                <a:gd name="connsiteX28" fmla="*/ 96120 w 353798"/>
                <a:gd name="connsiteY28" fmla="*/ 30681 h 353798"/>
                <a:gd name="connsiteX29" fmla="*/ 257250 w 353798"/>
                <a:gd name="connsiteY29" fmla="*/ 30681 h 353798"/>
                <a:gd name="connsiteX30" fmla="*/ 323118 w 353798"/>
                <a:gd name="connsiteY30" fmla="*/ 96764 h 353798"/>
                <a:gd name="connsiteX31" fmla="*/ 323118 w 353798"/>
                <a:gd name="connsiteY31" fmla="*/ 257464 h 353798"/>
                <a:gd name="connsiteX32" fmla="*/ 257250 w 353798"/>
                <a:gd name="connsiteY32" fmla="*/ 323547 h 353798"/>
                <a:gd name="connsiteX33" fmla="*/ 96120 w 353798"/>
                <a:gd name="connsiteY33" fmla="*/ 323547 h 353798"/>
                <a:gd name="connsiteX34" fmla="*/ 30252 w 353798"/>
                <a:gd name="connsiteY34" fmla="*/ 257464 h 353798"/>
                <a:gd name="connsiteX35" fmla="*/ 30252 w 353798"/>
                <a:gd name="connsiteY35" fmla="*/ 96764 h 353798"/>
                <a:gd name="connsiteX36" fmla="*/ 96120 w 353798"/>
                <a:gd name="connsiteY36" fmla="*/ 30681 h 35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3798" h="353798">
                  <a:moveTo>
                    <a:pt x="95476" y="0"/>
                  </a:moveTo>
                  <a:lnTo>
                    <a:pt x="258322" y="0"/>
                  </a:lnTo>
                  <a:cubicBezTo>
                    <a:pt x="310674" y="0"/>
                    <a:pt x="353799" y="43125"/>
                    <a:pt x="353799" y="95691"/>
                  </a:cubicBezTo>
                  <a:lnTo>
                    <a:pt x="353799" y="258108"/>
                  </a:lnTo>
                  <a:cubicBezTo>
                    <a:pt x="353799" y="310459"/>
                    <a:pt x="310674" y="353799"/>
                    <a:pt x="258322" y="353799"/>
                  </a:cubicBezTo>
                  <a:lnTo>
                    <a:pt x="95476" y="353799"/>
                  </a:lnTo>
                  <a:cubicBezTo>
                    <a:pt x="43125" y="353799"/>
                    <a:pt x="0" y="310673"/>
                    <a:pt x="0" y="258108"/>
                  </a:cubicBezTo>
                  <a:lnTo>
                    <a:pt x="0" y="95691"/>
                  </a:lnTo>
                  <a:cubicBezTo>
                    <a:pt x="0" y="43340"/>
                    <a:pt x="43125" y="0"/>
                    <a:pt x="95476" y="0"/>
                  </a:cubicBezTo>
                  <a:close/>
                  <a:moveTo>
                    <a:pt x="271839" y="61791"/>
                  </a:moveTo>
                  <a:cubicBezTo>
                    <a:pt x="282782" y="61791"/>
                    <a:pt x="292007" y="71017"/>
                    <a:pt x="292007" y="82174"/>
                  </a:cubicBezTo>
                  <a:cubicBezTo>
                    <a:pt x="292007" y="93331"/>
                    <a:pt x="282782" y="102557"/>
                    <a:pt x="271839" y="102557"/>
                  </a:cubicBezTo>
                  <a:cubicBezTo>
                    <a:pt x="260039" y="102557"/>
                    <a:pt x="251671" y="93331"/>
                    <a:pt x="251671" y="82174"/>
                  </a:cubicBezTo>
                  <a:cubicBezTo>
                    <a:pt x="251671" y="71017"/>
                    <a:pt x="260039" y="61791"/>
                    <a:pt x="271839" y="61791"/>
                  </a:cubicBezTo>
                  <a:close/>
                  <a:moveTo>
                    <a:pt x="176363" y="80458"/>
                  </a:moveTo>
                  <a:lnTo>
                    <a:pt x="177221" y="80458"/>
                  </a:lnTo>
                  <a:cubicBezTo>
                    <a:pt x="229572" y="80458"/>
                    <a:pt x="273341" y="124441"/>
                    <a:pt x="273341" y="177007"/>
                  </a:cubicBezTo>
                  <a:cubicBezTo>
                    <a:pt x="273341" y="229572"/>
                    <a:pt x="229358" y="273556"/>
                    <a:pt x="177221" y="273556"/>
                  </a:cubicBezTo>
                  <a:lnTo>
                    <a:pt x="176363" y="273556"/>
                  </a:lnTo>
                  <a:cubicBezTo>
                    <a:pt x="124012" y="273556"/>
                    <a:pt x="80887" y="230430"/>
                    <a:pt x="80887" y="177007"/>
                  </a:cubicBezTo>
                  <a:cubicBezTo>
                    <a:pt x="80887" y="123583"/>
                    <a:pt x="124012" y="80458"/>
                    <a:pt x="176363" y="80458"/>
                  </a:cubicBezTo>
                  <a:close/>
                  <a:moveTo>
                    <a:pt x="176363" y="113499"/>
                  </a:moveTo>
                  <a:lnTo>
                    <a:pt x="177221" y="113499"/>
                  </a:lnTo>
                  <a:cubicBezTo>
                    <a:pt x="211764" y="113499"/>
                    <a:pt x="240515" y="142249"/>
                    <a:pt x="240515" y="177007"/>
                  </a:cubicBezTo>
                  <a:cubicBezTo>
                    <a:pt x="240515" y="211764"/>
                    <a:pt x="211764" y="241373"/>
                    <a:pt x="177221" y="241373"/>
                  </a:cubicBezTo>
                  <a:lnTo>
                    <a:pt x="176363" y="241373"/>
                  </a:lnTo>
                  <a:cubicBezTo>
                    <a:pt x="141820" y="241373"/>
                    <a:pt x="113070" y="212622"/>
                    <a:pt x="113070" y="177007"/>
                  </a:cubicBezTo>
                  <a:cubicBezTo>
                    <a:pt x="113070" y="141391"/>
                    <a:pt x="141820" y="113499"/>
                    <a:pt x="176363" y="113499"/>
                  </a:cubicBezTo>
                  <a:close/>
                  <a:moveTo>
                    <a:pt x="96120" y="30681"/>
                  </a:moveTo>
                  <a:lnTo>
                    <a:pt x="257250" y="30681"/>
                  </a:lnTo>
                  <a:cubicBezTo>
                    <a:pt x="293509" y="30681"/>
                    <a:pt x="323118" y="60290"/>
                    <a:pt x="323118" y="96764"/>
                  </a:cubicBezTo>
                  <a:lnTo>
                    <a:pt x="323118" y="257464"/>
                  </a:lnTo>
                  <a:cubicBezTo>
                    <a:pt x="323118" y="293938"/>
                    <a:pt x="293509" y="323547"/>
                    <a:pt x="257250" y="323547"/>
                  </a:cubicBezTo>
                  <a:lnTo>
                    <a:pt x="96120" y="323547"/>
                  </a:lnTo>
                  <a:cubicBezTo>
                    <a:pt x="59860" y="323547"/>
                    <a:pt x="30252" y="293938"/>
                    <a:pt x="30252" y="257464"/>
                  </a:cubicBezTo>
                  <a:lnTo>
                    <a:pt x="30252" y="96764"/>
                  </a:lnTo>
                  <a:cubicBezTo>
                    <a:pt x="30252" y="60290"/>
                    <a:pt x="59860" y="30681"/>
                    <a:pt x="96120" y="30681"/>
                  </a:cubicBez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0" name="Linkedin">
              <a:hlinkClick r:id="rId4"/>
              <a:extLst>
                <a:ext uri="{FF2B5EF4-FFF2-40B4-BE49-F238E27FC236}">
                  <a16:creationId xmlns:a16="http://schemas.microsoft.com/office/drawing/2014/main" id="{1C9BE4CB-805F-3DD0-2950-1541BBD6FC70}"/>
                </a:ext>
              </a:extLst>
            </p:cNvPr>
            <p:cNvSpPr>
              <a:spLocks/>
            </p:cNvSpPr>
            <p:nvPr/>
          </p:nvSpPr>
          <p:spPr>
            <a:xfrm>
              <a:off x="15193444" y="12204026"/>
              <a:ext cx="664579" cy="665008"/>
            </a:xfrm>
            <a:custGeom>
              <a:avLst/>
              <a:gdLst>
                <a:gd name="connsiteX0" fmla="*/ 567226 w 664579"/>
                <a:gd name="connsiteY0" fmla="*/ 567655 h 665008"/>
                <a:gd name="connsiteX1" fmla="*/ 567226 w 664579"/>
                <a:gd name="connsiteY1" fmla="*/ 97354 h 665008"/>
                <a:gd name="connsiteX2" fmla="*/ 97354 w 664579"/>
                <a:gd name="connsiteY2" fmla="*/ 97354 h 665008"/>
                <a:gd name="connsiteX3" fmla="*/ 97354 w 664579"/>
                <a:gd name="connsiteY3" fmla="*/ 567655 h 665008"/>
                <a:gd name="connsiteX4" fmla="*/ 567226 w 664579"/>
                <a:gd name="connsiteY4" fmla="*/ 567655 h 66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579" h="665008">
                  <a:moveTo>
                    <a:pt x="567226" y="567655"/>
                  </a:moveTo>
                  <a:cubicBezTo>
                    <a:pt x="697031" y="437850"/>
                    <a:pt x="697031" y="227158"/>
                    <a:pt x="567226" y="97354"/>
                  </a:cubicBezTo>
                  <a:cubicBezTo>
                    <a:pt x="437421" y="-32451"/>
                    <a:pt x="227159" y="-32451"/>
                    <a:pt x="97354" y="97354"/>
                  </a:cubicBezTo>
                  <a:cubicBezTo>
                    <a:pt x="-32451" y="227158"/>
                    <a:pt x="-32451" y="437850"/>
                    <a:pt x="97354" y="567655"/>
                  </a:cubicBezTo>
                  <a:cubicBezTo>
                    <a:pt x="227159" y="697460"/>
                    <a:pt x="437421" y="697460"/>
                    <a:pt x="567226" y="56765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" name="Linkedin logo">
              <a:hlinkClick r:id="rId4"/>
              <a:extLst>
                <a:ext uri="{FF2B5EF4-FFF2-40B4-BE49-F238E27FC236}">
                  <a16:creationId xmlns:a16="http://schemas.microsoft.com/office/drawing/2014/main" id="{5EB0EA67-ECBF-D635-1F13-FE43055A22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374688" y="12371754"/>
              <a:ext cx="322903" cy="327623"/>
            </a:xfrm>
            <a:custGeom>
              <a:avLst/>
              <a:gdLst>
                <a:gd name="connsiteX0" fmla="*/ 6222 w 322903"/>
                <a:gd name="connsiteY0" fmla="*/ 110280 h 327623"/>
                <a:gd name="connsiteX1" fmla="*/ 70374 w 322903"/>
                <a:gd name="connsiteY1" fmla="*/ 110280 h 327623"/>
                <a:gd name="connsiteX2" fmla="*/ 70374 w 322903"/>
                <a:gd name="connsiteY2" fmla="*/ 327623 h 327623"/>
                <a:gd name="connsiteX3" fmla="*/ 6222 w 322903"/>
                <a:gd name="connsiteY3" fmla="*/ 327623 h 327623"/>
                <a:gd name="connsiteX4" fmla="*/ 6222 w 322903"/>
                <a:gd name="connsiteY4" fmla="*/ 110280 h 327623"/>
                <a:gd name="connsiteX5" fmla="*/ 37976 w 322903"/>
                <a:gd name="connsiteY5" fmla="*/ 0 h 327623"/>
                <a:gd name="connsiteX6" fmla="*/ 76810 w 322903"/>
                <a:gd name="connsiteY6" fmla="*/ 39049 h 327623"/>
                <a:gd name="connsiteX7" fmla="*/ 37976 w 322903"/>
                <a:gd name="connsiteY7" fmla="*/ 78097 h 327623"/>
                <a:gd name="connsiteX8" fmla="*/ 0 w 322903"/>
                <a:gd name="connsiteY8" fmla="*/ 39049 h 327623"/>
                <a:gd name="connsiteX9" fmla="*/ 37976 w 322903"/>
                <a:gd name="connsiteY9" fmla="*/ 0 h 327623"/>
                <a:gd name="connsiteX10" fmla="*/ 108350 w 322903"/>
                <a:gd name="connsiteY10" fmla="*/ 110280 h 327623"/>
                <a:gd name="connsiteX11" fmla="*/ 171643 w 322903"/>
                <a:gd name="connsiteY11" fmla="*/ 110280 h 327623"/>
                <a:gd name="connsiteX12" fmla="*/ 171643 w 322903"/>
                <a:gd name="connsiteY12" fmla="*/ 140533 h 327623"/>
                <a:gd name="connsiteX13" fmla="*/ 232576 w 322903"/>
                <a:gd name="connsiteY13" fmla="*/ 107706 h 327623"/>
                <a:gd name="connsiteX14" fmla="*/ 249955 w 322903"/>
                <a:gd name="connsiteY14" fmla="*/ 107706 h 327623"/>
                <a:gd name="connsiteX15" fmla="*/ 322903 w 322903"/>
                <a:gd name="connsiteY15" fmla="*/ 181083 h 327623"/>
                <a:gd name="connsiteX16" fmla="*/ 322903 w 322903"/>
                <a:gd name="connsiteY16" fmla="*/ 327194 h 327623"/>
                <a:gd name="connsiteX17" fmla="*/ 259610 w 322903"/>
                <a:gd name="connsiteY17" fmla="*/ 327194 h 327623"/>
                <a:gd name="connsiteX18" fmla="*/ 259610 w 322903"/>
                <a:gd name="connsiteY18" fmla="*/ 209833 h 327623"/>
                <a:gd name="connsiteX19" fmla="*/ 217557 w 322903"/>
                <a:gd name="connsiteY19" fmla="*/ 165850 h 327623"/>
                <a:gd name="connsiteX20" fmla="*/ 171643 w 322903"/>
                <a:gd name="connsiteY20" fmla="*/ 209833 h 327623"/>
                <a:gd name="connsiteX21" fmla="*/ 171643 w 322903"/>
                <a:gd name="connsiteY21" fmla="*/ 327194 h 327623"/>
                <a:gd name="connsiteX22" fmla="*/ 108350 w 322903"/>
                <a:gd name="connsiteY22" fmla="*/ 327194 h 327623"/>
                <a:gd name="connsiteX23" fmla="*/ 108350 w 322903"/>
                <a:gd name="connsiteY23" fmla="*/ 109851 h 32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2903" h="327623">
                  <a:moveTo>
                    <a:pt x="6222" y="110280"/>
                  </a:moveTo>
                  <a:lnTo>
                    <a:pt x="70374" y="110280"/>
                  </a:lnTo>
                  <a:lnTo>
                    <a:pt x="70374" y="327623"/>
                  </a:lnTo>
                  <a:lnTo>
                    <a:pt x="6222" y="327623"/>
                  </a:lnTo>
                  <a:lnTo>
                    <a:pt x="6222" y="110280"/>
                  </a:lnTo>
                  <a:close/>
                  <a:moveTo>
                    <a:pt x="37976" y="0"/>
                  </a:moveTo>
                  <a:cubicBezTo>
                    <a:pt x="59431" y="0"/>
                    <a:pt x="76810" y="17593"/>
                    <a:pt x="76810" y="39049"/>
                  </a:cubicBezTo>
                  <a:cubicBezTo>
                    <a:pt x="76810" y="60504"/>
                    <a:pt x="59431" y="78097"/>
                    <a:pt x="37976" y="78097"/>
                  </a:cubicBezTo>
                  <a:cubicBezTo>
                    <a:pt x="16521" y="78097"/>
                    <a:pt x="0" y="60504"/>
                    <a:pt x="0" y="39049"/>
                  </a:cubicBezTo>
                  <a:cubicBezTo>
                    <a:pt x="0" y="17593"/>
                    <a:pt x="16735" y="0"/>
                    <a:pt x="37976" y="0"/>
                  </a:cubicBezTo>
                  <a:close/>
                  <a:moveTo>
                    <a:pt x="108350" y="110280"/>
                  </a:moveTo>
                  <a:lnTo>
                    <a:pt x="171643" y="110280"/>
                  </a:lnTo>
                  <a:lnTo>
                    <a:pt x="171643" y="140533"/>
                  </a:lnTo>
                  <a:cubicBezTo>
                    <a:pt x="185160" y="120579"/>
                    <a:pt x="207259" y="107706"/>
                    <a:pt x="232576" y="107706"/>
                  </a:cubicBezTo>
                  <a:lnTo>
                    <a:pt x="249955" y="107706"/>
                  </a:lnTo>
                  <a:cubicBezTo>
                    <a:pt x="290291" y="107706"/>
                    <a:pt x="322903" y="141176"/>
                    <a:pt x="322903" y="181083"/>
                  </a:cubicBezTo>
                  <a:lnTo>
                    <a:pt x="322903" y="327194"/>
                  </a:lnTo>
                  <a:lnTo>
                    <a:pt x="259610" y="327194"/>
                  </a:lnTo>
                  <a:lnTo>
                    <a:pt x="259610" y="209833"/>
                  </a:lnTo>
                  <a:cubicBezTo>
                    <a:pt x="258752" y="185160"/>
                    <a:pt x="242231" y="165850"/>
                    <a:pt x="217557" y="165850"/>
                  </a:cubicBezTo>
                  <a:cubicBezTo>
                    <a:pt x="192884" y="165850"/>
                    <a:pt x="172501" y="184945"/>
                    <a:pt x="171643" y="209833"/>
                  </a:cubicBezTo>
                  <a:lnTo>
                    <a:pt x="171643" y="327194"/>
                  </a:lnTo>
                  <a:lnTo>
                    <a:pt x="108350" y="327194"/>
                  </a:lnTo>
                  <a:lnTo>
                    <a:pt x="108350" y="109851"/>
                  </a:ln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2" name="Twitter">
              <a:hlinkClick r:id="rId5"/>
              <a:extLst>
                <a:ext uri="{FF2B5EF4-FFF2-40B4-BE49-F238E27FC236}">
                  <a16:creationId xmlns:a16="http://schemas.microsoft.com/office/drawing/2014/main" id="{9D6DC579-A1E7-F0FF-9C96-EE7207C170BD}"/>
                </a:ext>
              </a:extLst>
            </p:cNvPr>
            <p:cNvSpPr>
              <a:spLocks/>
            </p:cNvSpPr>
            <p:nvPr/>
          </p:nvSpPr>
          <p:spPr>
            <a:xfrm>
              <a:off x="16352087" y="12203919"/>
              <a:ext cx="656962" cy="657713"/>
            </a:xfrm>
            <a:custGeom>
              <a:avLst/>
              <a:gdLst>
                <a:gd name="connsiteX0" fmla="*/ 560736 w 656962"/>
                <a:gd name="connsiteY0" fmla="*/ 561325 h 657713"/>
                <a:gd name="connsiteX1" fmla="*/ 560736 w 656962"/>
                <a:gd name="connsiteY1" fmla="*/ 96388 h 657713"/>
                <a:gd name="connsiteX2" fmla="*/ 96227 w 656962"/>
                <a:gd name="connsiteY2" fmla="*/ 96388 h 657713"/>
                <a:gd name="connsiteX3" fmla="*/ 96227 w 656962"/>
                <a:gd name="connsiteY3" fmla="*/ 561325 h 657713"/>
                <a:gd name="connsiteX4" fmla="*/ 560736 w 656962"/>
                <a:gd name="connsiteY4" fmla="*/ 561325 h 65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962" h="657713">
                  <a:moveTo>
                    <a:pt x="560736" y="561325"/>
                  </a:moveTo>
                  <a:cubicBezTo>
                    <a:pt x="689039" y="432808"/>
                    <a:pt x="689039" y="224691"/>
                    <a:pt x="560736" y="96388"/>
                  </a:cubicBezTo>
                  <a:cubicBezTo>
                    <a:pt x="432433" y="-32129"/>
                    <a:pt x="224530" y="-32129"/>
                    <a:pt x="96227" y="96388"/>
                  </a:cubicBezTo>
                  <a:cubicBezTo>
                    <a:pt x="-32076" y="224906"/>
                    <a:pt x="-32076" y="433022"/>
                    <a:pt x="96227" y="561325"/>
                  </a:cubicBezTo>
                  <a:cubicBezTo>
                    <a:pt x="224530" y="689843"/>
                    <a:pt x="432433" y="689843"/>
                    <a:pt x="560736" y="56132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3" name="Twitter logo">
              <a:hlinkClick r:id="rId5"/>
              <a:extLst>
                <a:ext uri="{FF2B5EF4-FFF2-40B4-BE49-F238E27FC236}">
                  <a16:creationId xmlns:a16="http://schemas.microsoft.com/office/drawing/2014/main" id="{ADC58926-E341-AB25-187A-73D8BD2FA4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516542" y="12384412"/>
              <a:ext cx="324190" cy="300589"/>
            </a:xfrm>
            <a:custGeom>
              <a:avLst/>
              <a:gdLst>
                <a:gd name="connsiteX0" fmla="*/ 644 w 324190"/>
                <a:gd name="connsiteY0" fmla="*/ 0 h 300589"/>
                <a:gd name="connsiteX1" fmla="*/ 125943 w 324190"/>
                <a:gd name="connsiteY1" fmla="*/ 165850 h 300589"/>
                <a:gd name="connsiteX2" fmla="*/ 0 w 324190"/>
                <a:gd name="connsiteY2" fmla="*/ 300589 h 300589"/>
                <a:gd name="connsiteX3" fmla="*/ 28321 w 324190"/>
                <a:gd name="connsiteY3" fmla="*/ 300589 h 300589"/>
                <a:gd name="connsiteX4" fmla="*/ 138602 w 324190"/>
                <a:gd name="connsiteY4" fmla="*/ 182585 h 300589"/>
                <a:gd name="connsiteX5" fmla="*/ 227641 w 324190"/>
                <a:gd name="connsiteY5" fmla="*/ 300589 h 300589"/>
                <a:gd name="connsiteX6" fmla="*/ 324190 w 324190"/>
                <a:gd name="connsiteY6" fmla="*/ 300589 h 300589"/>
                <a:gd name="connsiteX7" fmla="*/ 192025 w 324190"/>
                <a:gd name="connsiteY7" fmla="*/ 125514 h 300589"/>
                <a:gd name="connsiteX8" fmla="*/ 309386 w 324190"/>
                <a:gd name="connsiteY8" fmla="*/ 0 h 300589"/>
                <a:gd name="connsiteX9" fmla="*/ 281065 w 324190"/>
                <a:gd name="connsiteY9" fmla="*/ 0 h 300589"/>
                <a:gd name="connsiteX10" fmla="*/ 179581 w 324190"/>
                <a:gd name="connsiteY10" fmla="*/ 108564 h 300589"/>
                <a:gd name="connsiteX11" fmla="*/ 97407 w 324190"/>
                <a:gd name="connsiteY11" fmla="*/ 0 h 300589"/>
                <a:gd name="connsiteX12" fmla="*/ 858 w 324190"/>
                <a:gd name="connsiteY12" fmla="*/ 0 h 300589"/>
                <a:gd name="connsiteX13" fmla="*/ 42267 w 324190"/>
                <a:gd name="connsiteY13" fmla="*/ 20597 h 300589"/>
                <a:gd name="connsiteX14" fmla="*/ 86680 w 324190"/>
                <a:gd name="connsiteY14" fmla="*/ 20597 h 300589"/>
                <a:gd name="connsiteX15" fmla="*/ 282353 w 324190"/>
                <a:gd name="connsiteY15" fmla="*/ 279778 h 300589"/>
                <a:gd name="connsiteX16" fmla="*/ 237940 w 324190"/>
                <a:gd name="connsiteY16" fmla="*/ 279778 h 300589"/>
                <a:gd name="connsiteX17" fmla="*/ 42267 w 324190"/>
                <a:gd name="connsiteY17" fmla="*/ 20597 h 300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4190" h="300589">
                  <a:moveTo>
                    <a:pt x="644" y="0"/>
                  </a:moveTo>
                  <a:lnTo>
                    <a:pt x="125943" y="165850"/>
                  </a:lnTo>
                  <a:lnTo>
                    <a:pt x="0" y="300589"/>
                  </a:lnTo>
                  <a:lnTo>
                    <a:pt x="28321" y="300589"/>
                  </a:lnTo>
                  <a:lnTo>
                    <a:pt x="138602" y="182585"/>
                  </a:lnTo>
                  <a:lnTo>
                    <a:pt x="227641" y="300589"/>
                  </a:lnTo>
                  <a:lnTo>
                    <a:pt x="324190" y="300589"/>
                  </a:lnTo>
                  <a:lnTo>
                    <a:pt x="192025" y="125514"/>
                  </a:lnTo>
                  <a:lnTo>
                    <a:pt x="309386" y="0"/>
                  </a:lnTo>
                  <a:lnTo>
                    <a:pt x="281065" y="0"/>
                  </a:lnTo>
                  <a:lnTo>
                    <a:pt x="179581" y="108564"/>
                  </a:lnTo>
                  <a:lnTo>
                    <a:pt x="97407" y="0"/>
                  </a:lnTo>
                  <a:lnTo>
                    <a:pt x="858" y="0"/>
                  </a:lnTo>
                  <a:close/>
                  <a:moveTo>
                    <a:pt x="42267" y="20597"/>
                  </a:moveTo>
                  <a:lnTo>
                    <a:pt x="86680" y="20597"/>
                  </a:lnTo>
                  <a:lnTo>
                    <a:pt x="282353" y="279778"/>
                  </a:lnTo>
                  <a:lnTo>
                    <a:pt x="237940" y="279778"/>
                  </a:lnTo>
                  <a:lnTo>
                    <a:pt x="42267" y="20597"/>
                  </a:ln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4" name="Youtube">
              <a:hlinkClick r:id="rId6"/>
              <a:extLst>
                <a:ext uri="{FF2B5EF4-FFF2-40B4-BE49-F238E27FC236}">
                  <a16:creationId xmlns:a16="http://schemas.microsoft.com/office/drawing/2014/main" id="{90146748-BFCC-B363-3189-864FF78C3519}"/>
                </a:ext>
              </a:extLst>
            </p:cNvPr>
            <p:cNvSpPr>
              <a:spLocks/>
            </p:cNvSpPr>
            <p:nvPr/>
          </p:nvSpPr>
          <p:spPr>
            <a:xfrm>
              <a:off x="17502952" y="12203919"/>
              <a:ext cx="656962" cy="657713"/>
            </a:xfrm>
            <a:custGeom>
              <a:avLst/>
              <a:gdLst>
                <a:gd name="connsiteX0" fmla="*/ 560736 w 656962"/>
                <a:gd name="connsiteY0" fmla="*/ 561325 h 657713"/>
                <a:gd name="connsiteX1" fmla="*/ 560736 w 656962"/>
                <a:gd name="connsiteY1" fmla="*/ 96388 h 657713"/>
                <a:gd name="connsiteX2" fmla="*/ 96227 w 656962"/>
                <a:gd name="connsiteY2" fmla="*/ 96388 h 657713"/>
                <a:gd name="connsiteX3" fmla="*/ 96227 w 656962"/>
                <a:gd name="connsiteY3" fmla="*/ 561325 h 657713"/>
                <a:gd name="connsiteX4" fmla="*/ 560736 w 656962"/>
                <a:gd name="connsiteY4" fmla="*/ 561325 h 65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962" h="657713">
                  <a:moveTo>
                    <a:pt x="560736" y="561325"/>
                  </a:moveTo>
                  <a:cubicBezTo>
                    <a:pt x="689039" y="432808"/>
                    <a:pt x="689039" y="224691"/>
                    <a:pt x="560736" y="96388"/>
                  </a:cubicBezTo>
                  <a:cubicBezTo>
                    <a:pt x="432433" y="-32129"/>
                    <a:pt x="224530" y="-32129"/>
                    <a:pt x="96227" y="96388"/>
                  </a:cubicBezTo>
                  <a:cubicBezTo>
                    <a:pt x="-32076" y="224906"/>
                    <a:pt x="-32076" y="433022"/>
                    <a:pt x="96227" y="561325"/>
                  </a:cubicBezTo>
                  <a:cubicBezTo>
                    <a:pt x="224530" y="689843"/>
                    <a:pt x="432433" y="689843"/>
                    <a:pt x="560736" y="56132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5" name="Youtube logo">
              <a:hlinkClick r:id="rId6"/>
              <a:extLst>
                <a:ext uri="{FF2B5EF4-FFF2-40B4-BE49-F238E27FC236}">
                  <a16:creationId xmlns:a16="http://schemas.microsoft.com/office/drawing/2014/main" id="{E4AE23D5-2F19-ED78-F80F-B2CEC4D73F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46167" y="12405224"/>
              <a:ext cx="370963" cy="255104"/>
            </a:xfrm>
            <a:custGeom>
              <a:avLst/>
              <a:gdLst>
                <a:gd name="connsiteX0" fmla="*/ 324619 w 370963"/>
                <a:gd name="connsiteY0" fmla="*/ 0 h 255104"/>
                <a:gd name="connsiteX1" fmla="*/ 370963 w 370963"/>
                <a:gd name="connsiteY1" fmla="*/ 46344 h 255104"/>
                <a:gd name="connsiteX2" fmla="*/ 370963 w 370963"/>
                <a:gd name="connsiteY2" fmla="*/ 208761 h 255104"/>
                <a:gd name="connsiteX3" fmla="*/ 324619 w 370963"/>
                <a:gd name="connsiteY3" fmla="*/ 255104 h 255104"/>
                <a:gd name="connsiteX4" fmla="*/ 46343 w 370963"/>
                <a:gd name="connsiteY4" fmla="*/ 255104 h 255104"/>
                <a:gd name="connsiteX5" fmla="*/ 0 w 370963"/>
                <a:gd name="connsiteY5" fmla="*/ 208761 h 255104"/>
                <a:gd name="connsiteX6" fmla="*/ 0 w 370963"/>
                <a:gd name="connsiteY6" fmla="*/ 46344 h 255104"/>
                <a:gd name="connsiteX7" fmla="*/ 46343 w 370963"/>
                <a:gd name="connsiteY7" fmla="*/ 0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963" h="255104">
                  <a:moveTo>
                    <a:pt x="324619" y="0"/>
                  </a:moveTo>
                  <a:cubicBezTo>
                    <a:pt x="350214" y="0"/>
                    <a:pt x="370963" y="20749"/>
                    <a:pt x="370963" y="46344"/>
                  </a:cubicBezTo>
                  <a:lnTo>
                    <a:pt x="370963" y="208761"/>
                  </a:lnTo>
                  <a:cubicBezTo>
                    <a:pt x="370963" y="234355"/>
                    <a:pt x="350214" y="255104"/>
                    <a:pt x="324619" y="255104"/>
                  </a:cubicBezTo>
                  <a:lnTo>
                    <a:pt x="46343" y="255104"/>
                  </a:lnTo>
                  <a:cubicBezTo>
                    <a:pt x="20749" y="255104"/>
                    <a:pt x="0" y="234355"/>
                    <a:pt x="0" y="208761"/>
                  </a:cubicBezTo>
                  <a:lnTo>
                    <a:pt x="0" y="46344"/>
                  </a:lnTo>
                  <a:cubicBezTo>
                    <a:pt x="0" y="20749"/>
                    <a:pt x="20749" y="0"/>
                    <a:pt x="46343" y="0"/>
                  </a:cubicBez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6" name="Youtube play">
              <a:extLst>
                <a:ext uri="{FF2B5EF4-FFF2-40B4-BE49-F238E27FC236}">
                  <a16:creationId xmlns:a16="http://schemas.microsoft.com/office/drawing/2014/main" id="{16A87EED-2191-EAA2-D2E1-32038145CB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95282" y="12484823"/>
              <a:ext cx="99552" cy="95690"/>
            </a:xfrm>
            <a:custGeom>
              <a:avLst/>
              <a:gdLst>
                <a:gd name="connsiteX0" fmla="*/ 0 w 99552"/>
                <a:gd name="connsiteY0" fmla="*/ 0 h 95690"/>
                <a:gd name="connsiteX1" fmla="*/ 0 w 99552"/>
                <a:gd name="connsiteY1" fmla="*/ 95691 h 95690"/>
                <a:gd name="connsiteX2" fmla="*/ 99553 w 99552"/>
                <a:gd name="connsiteY2" fmla="*/ 47845 h 95690"/>
                <a:gd name="connsiteX3" fmla="*/ 0 w 99552"/>
                <a:gd name="connsiteY3" fmla="*/ 0 h 95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552" h="95690">
                  <a:moveTo>
                    <a:pt x="0" y="0"/>
                  </a:moveTo>
                  <a:lnTo>
                    <a:pt x="0" y="95691"/>
                  </a:lnTo>
                  <a:lnTo>
                    <a:pt x="99553" y="47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</p:grpSp>
      <p:pic>
        <p:nvPicPr>
          <p:cNvPr id="27" name="ERNI coat">
            <a:extLst>
              <a:ext uri="{FF2B5EF4-FFF2-40B4-BE49-F238E27FC236}">
                <a16:creationId xmlns:a16="http://schemas.microsoft.com/office/drawing/2014/main" id="{AB9A4358-C1DF-81F9-F89E-D24F839E9E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54300" y="813200"/>
            <a:ext cx="1638997" cy="1726800"/>
          </a:xfrm>
          <a:prstGeom prst="rect">
            <a:avLst/>
          </a:prstGeom>
        </p:spPr>
      </p:pic>
      <p:sp>
        <p:nvSpPr>
          <p:cNvPr id="38" name="Person Placeholder">
            <a:extLst>
              <a:ext uri="{FF2B5EF4-FFF2-40B4-BE49-F238E27FC236}">
                <a16:creationId xmlns:a16="http://schemas.microsoft.com/office/drawing/2014/main" id="{5F708263-22EE-35D5-E4E4-CCCD34FCF0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6289" y="4913313"/>
            <a:ext cx="7378700" cy="14351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Arnau Arnau</a:t>
            </a:r>
            <a:br>
              <a:rPr lang="en-GB" noProof="0" dirty="0"/>
            </a:br>
            <a:r>
              <a:rPr lang="en-GB" noProof="0" dirty="0"/>
              <a:t>Business Director, ERNI Spain</a:t>
            </a:r>
          </a:p>
        </p:txBody>
      </p:sp>
      <p:sp>
        <p:nvSpPr>
          <p:cNvPr id="39" name="Person Placeholder">
            <a:extLst>
              <a:ext uri="{FF2B5EF4-FFF2-40B4-BE49-F238E27FC236}">
                <a16:creationId xmlns:a16="http://schemas.microsoft.com/office/drawing/2014/main" id="{9F12A8E8-1BCF-0C75-789D-B56C59A5BB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288" y="6858000"/>
            <a:ext cx="7378700" cy="14351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Phone +41 11 11 11 11 11</a:t>
            </a:r>
            <a:br>
              <a:rPr lang="en-GB" noProof="0" dirty="0"/>
            </a:br>
            <a:r>
              <a:rPr lang="en-GB" noProof="0" dirty="0"/>
              <a:t>arnau.arnau@betterask.erni</a:t>
            </a:r>
          </a:p>
        </p:txBody>
      </p:sp>
      <p:sp>
        <p:nvSpPr>
          <p:cNvPr id="43" name="Swiss software engineering">
            <a:extLst>
              <a:ext uri="{FF2B5EF4-FFF2-40B4-BE49-F238E27FC236}">
                <a16:creationId xmlns:a16="http://schemas.microsoft.com/office/drawing/2014/main" id="{B4947F0E-0395-F3F4-B3DB-460D99949F34}"/>
              </a:ext>
            </a:extLst>
          </p:cNvPr>
          <p:cNvSpPr txBox="1"/>
          <p:nvPr userDrawn="1"/>
        </p:nvSpPr>
        <p:spPr>
          <a:xfrm>
            <a:off x="14348014" y="4935597"/>
            <a:ext cx="9321801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lnSpc>
                <a:spcPct val="90000"/>
              </a:lnSpc>
              <a:defRPr sz="6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>
              <a:lnSpc>
                <a:spcPts val="9000"/>
              </a:lnSpc>
            </a:pPr>
            <a:r>
              <a:rPr lang="en-GB" sz="80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sp>
        <p:nvSpPr>
          <p:cNvPr id="44" name="Better ask ERNI">
            <a:extLst>
              <a:ext uri="{FF2B5EF4-FFF2-40B4-BE49-F238E27FC236}">
                <a16:creationId xmlns:a16="http://schemas.microsoft.com/office/drawing/2014/main" id="{A07ECC2A-A75B-4D7C-BE7D-BE60F978D809}"/>
              </a:ext>
            </a:extLst>
          </p:cNvPr>
          <p:cNvSpPr txBox="1">
            <a:spLocks/>
          </p:cNvSpPr>
          <p:nvPr userDrawn="1"/>
        </p:nvSpPr>
        <p:spPr>
          <a:xfrm>
            <a:off x="14351000" y="8295239"/>
            <a:ext cx="7810500" cy="964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sz="4400" b="0" noProof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 Light" panose="020F0302020204030204" pitchFamily="34" charset="0"/>
              </a:rPr>
              <a:t>Better ask ERNI</a:t>
            </a:r>
          </a:p>
        </p:txBody>
      </p:sp>
    </p:spTree>
    <p:extLst>
      <p:ext uri="{BB962C8B-B14F-4D97-AF65-F5344CB8AC3E}">
        <p14:creationId xmlns:p14="http://schemas.microsoft.com/office/powerpoint/2010/main" val="4120164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/>
              <a:t>Back Cover  2 (Big E)</a:t>
            </a:r>
          </a:p>
        </p:txBody>
      </p:sp>
      <p:sp>
        <p:nvSpPr>
          <p:cNvPr id="13" name="Blu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pic>
        <p:nvPicPr>
          <p:cNvPr id="4" name="Big E">
            <a:extLst>
              <a:ext uri="{FF2B5EF4-FFF2-40B4-BE49-F238E27FC236}">
                <a16:creationId xmlns:a16="http://schemas.microsoft.com/office/drawing/2014/main" id="{ED9ED586-F63F-6237-F7AD-03F8D63F56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420" b="10349"/>
          <a:stretch/>
        </p:blipFill>
        <p:spPr>
          <a:xfrm>
            <a:off x="12192001" y="358963"/>
            <a:ext cx="12192000" cy="13357037"/>
          </a:xfrm>
          <a:prstGeom prst="rect">
            <a:avLst/>
          </a:prstGeom>
        </p:spPr>
      </p:pic>
      <p:sp>
        <p:nvSpPr>
          <p:cNvPr id="5" name="Swiss software engineering">
            <a:extLst>
              <a:ext uri="{FF2B5EF4-FFF2-40B4-BE49-F238E27FC236}">
                <a16:creationId xmlns:a16="http://schemas.microsoft.com/office/drawing/2014/main" id="{0B2D84C9-805A-1F98-2382-5B03A06D8276}"/>
              </a:ext>
            </a:extLst>
          </p:cNvPr>
          <p:cNvSpPr txBox="1"/>
          <p:nvPr userDrawn="1"/>
        </p:nvSpPr>
        <p:spPr>
          <a:xfrm>
            <a:off x="2663696" y="4913313"/>
            <a:ext cx="9321801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lnSpc>
                <a:spcPct val="90000"/>
              </a:lnSpc>
              <a:defRPr sz="6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>
              <a:lnSpc>
                <a:spcPts val="9000"/>
              </a:lnSpc>
            </a:pPr>
            <a:r>
              <a:rPr lang="en-GB" sz="8000" noProof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sp>
        <p:nvSpPr>
          <p:cNvPr id="7" name="Better ask ERNI">
            <a:extLst>
              <a:ext uri="{FF2B5EF4-FFF2-40B4-BE49-F238E27FC236}">
                <a16:creationId xmlns:a16="http://schemas.microsoft.com/office/drawing/2014/main" id="{39768B89-6E9A-9155-3B66-81B7A2235039}"/>
              </a:ext>
            </a:extLst>
          </p:cNvPr>
          <p:cNvSpPr txBox="1">
            <a:spLocks/>
          </p:cNvSpPr>
          <p:nvPr userDrawn="1"/>
        </p:nvSpPr>
        <p:spPr>
          <a:xfrm>
            <a:off x="2654300" y="8298000"/>
            <a:ext cx="7810500" cy="964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sz="4400" b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 Light" panose="020F0302020204030204" pitchFamily="34" charset="0"/>
              </a:rPr>
              <a:t>Better ask ERNI</a:t>
            </a:r>
          </a:p>
        </p:txBody>
      </p:sp>
    </p:spTree>
    <p:extLst>
      <p:ext uri="{BB962C8B-B14F-4D97-AF65-F5344CB8AC3E}">
        <p14:creationId xmlns:p14="http://schemas.microsoft.com/office/powerpoint/2010/main" val="84234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Back Cover  3 (Coat of arms)</a:t>
            </a:r>
          </a:p>
        </p:txBody>
      </p:sp>
      <p:sp>
        <p:nvSpPr>
          <p:cNvPr id="13" name="Blu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wiss software engineering">
            <a:extLst>
              <a:ext uri="{FF2B5EF4-FFF2-40B4-BE49-F238E27FC236}">
                <a16:creationId xmlns:a16="http://schemas.microsoft.com/office/drawing/2014/main" id="{0B2D84C9-805A-1F98-2382-5B03A06D8276}"/>
              </a:ext>
            </a:extLst>
          </p:cNvPr>
          <p:cNvSpPr txBox="1"/>
          <p:nvPr userDrawn="1"/>
        </p:nvSpPr>
        <p:spPr>
          <a:xfrm>
            <a:off x="6108700" y="10458000"/>
            <a:ext cx="12166600" cy="14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lnSpc>
                <a:spcPct val="90000"/>
              </a:lnSpc>
              <a:defRPr sz="6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algn="ctr">
              <a:lnSpc>
                <a:spcPts val="9000"/>
              </a:lnSpc>
            </a:pPr>
            <a:r>
              <a:rPr lang="en-GB" sz="4400" noProof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sp>
        <p:nvSpPr>
          <p:cNvPr id="7" name="Better ask ERNI">
            <a:extLst>
              <a:ext uri="{FF2B5EF4-FFF2-40B4-BE49-F238E27FC236}">
                <a16:creationId xmlns:a16="http://schemas.microsoft.com/office/drawing/2014/main" id="{39768B89-6E9A-9155-3B66-81B7A2235039}"/>
              </a:ext>
            </a:extLst>
          </p:cNvPr>
          <p:cNvSpPr txBox="1">
            <a:spLocks/>
          </p:cNvSpPr>
          <p:nvPr userDrawn="1"/>
        </p:nvSpPr>
        <p:spPr>
          <a:xfrm>
            <a:off x="6108700" y="11833312"/>
            <a:ext cx="12166600" cy="75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GB" sz="4400" b="0" noProof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 Light" panose="020F0302020204030204" pitchFamily="34" charset="0"/>
              </a:rPr>
              <a:t>Better ask ERNI</a:t>
            </a:r>
          </a:p>
        </p:txBody>
      </p:sp>
      <p:pic>
        <p:nvPicPr>
          <p:cNvPr id="2" name="Gráfico 3">
            <a:extLst>
              <a:ext uri="{FF2B5EF4-FFF2-40B4-BE49-F238E27FC236}">
                <a16:creationId xmlns:a16="http://schemas.microsoft.com/office/drawing/2014/main" id="{DC5709A4-3FA3-1991-0441-7A13FBAA4B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93005" y="4698000"/>
            <a:ext cx="199799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37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0298A8-5558-5888-A867-BC1CF586073A}"/>
              </a:ext>
            </a:extLst>
          </p:cNvPr>
          <p:cNvSpPr txBox="1"/>
          <p:nvPr userDrawn="1"/>
        </p:nvSpPr>
        <p:spPr>
          <a:xfrm>
            <a:off x="-21909" y="-307777"/>
            <a:ext cx="267620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ERNI Master Template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1FF90-9A8D-C70A-FC66-DD4D066D5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9700" y="812800"/>
            <a:ext cx="1981200" cy="28520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69" r:id="rId5"/>
    <p:sldLayoutId id="2147483770" r:id="rId6"/>
    <p:sldLayoutId id="2147483771" r:id="rId7"/>
    <p:sldLayoutId id="2147483729" r:id="rId8"/>
    <p:sldLayoutId id="2147483832" r:id="rId9"/>
    <p:sldLayoutId id="2147483833" r:id="rId10"/>
    <p:sldLayoutId id="2147483834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64" r:id="rId17"/>
    <p:sldLayoutId id="2147483839" r:id="rId18"/>
    <p:sldLayoutId id="2147483780" r:id="rId19"/>
    <p:sldLayoutId id="2147483840" r:id="rId20"/>
    <p:sldLayoutId id="2147483841" r:id="rId21"/>
    <p:sldLayoutId id="2147483782" r:id="rId22"/>
    <p:sldLayoutId id="2147483791" r:id="rId23"/>
    <p:sldLayoutId id="2147483792" r:id="rId24"/>
    <p:sldLayoutId id="2147483735" r:id="rId25"/>
    <p:sldLayoutId id="2147483842" r:id="rId26"/>
    <p:sldLayoutId id="2147483843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8" r:id="rId34"/>
    <p:sldLayoutId id="2147483749" r:id="rId35"/>
    <p:sldLayoutId id="2147483750" r:id="rId36"/>
    <p:sldLayoutId id="2147483798" r:id="rId37"/>
    <p:sldLayoutId id="2147483751" r:id="rId38"/>
    <p:sldLayoutId id="2147483796" r:id="rId39"/>
    <p:sldLayoutId id="2147483797" r:id="rId40"/>
    <p:sldLayoutId id="2147483756" r:id="rId41"/>
    <p:sldLayoutId id="2147483768" r:id="rId42"/>
    <p:sldLayoutId id="2147483858" r:id="rId43"/>
    <p:sldLayoutId id="2147483852" r:id="rId44"/>
    <p:sldLayoutId id="2147483844" r:id="rId45"/>
    <p:sldLayoutId id="2147483853" r:id="rId46"/>
    <p:sldLayoutId id="2147483752" r:id="rId47"/>
    <p:sldLayoutId id="2147483835" r:id="rId48"/>
    <p:sldLayoutId id="2147483822" r:id="rId49"/>
    <p:sldLayoutId id="2147483836" r:id="rId50"/>
    <p:sldLayoutId id="2147483772" r:id="rId51"/>
    <p:sldLayoutId id="2147483857" r:id="rId52"/>
    <p:sldLayoutId id="2147483855" r:id="rId53"/>
    <p:sldLayoutId id="2147483860" r:id="rId54"/>
    <p:sldLayoutId id="2147483861" r:id="rId55"/>
    <p:sldLayoutId id="2147483862" r:id="rId56"/>
    <p:sldLayoutId id="2147483863" r:id="rId57"/>
    <p:sldLayoutId id="2147483864" r:id="rId58"/>
    <p:sldLayoutId id="2147483865" r:id="rId59"/>
    <p:sldLayoutId id="2147483827" r:id="rId60"/>
    <p:sldLayoutId id="2147483831" r:id="rId61"/>
    <p:sldLayoutId id="2147483837" r:id="rId62"/>
    <p:sldLayoutId id="2147483761" r:id="rId63"/>
    <p:sldLayoutId id="2147483811" r:id="rId64"/>
    <p:sldLayoutId id="2147483838" r:id="rId65"/>
    <p:sldLayoutId id="2147483762" r:id="rId66"/>
    <p:sldLayoutId id="2147483859" r:id="rId67"/>
    <p:sldLayoutId id="2147483821" r:id="rId68"/>
    <p:sldLayoutId id="2147483850" r:id="rId69"/>
    <p:sldLayoutId id="2147483777" r:id="rId70"/>
    <p:sldLayoutId id="2147483778" r:id="rId71"/>
    <p:sldLayoutId id="2147483779" r:id="rId72"/>
    <p:sldLayoutId id="2147483774" r:id="rId73"/>
    <p:sldLayoutId id="2147483743" r:id="rId74"/>
    <p:sldLayoutId id="2147483856" r:id="rId75"/>
    <p:sldLayoutId id="2147483745" r:id="rId76"/>
    <p:sldLayoutId id="2147483746" r:id="rId77"/>
  </p:sldLayoutIdLst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12" userDrawn="1">
          <p15:clr>
            <a:srgbClr val="F26B43"/>
          </p15:clr>
        </p15:guide>
        <p15:guide id="3" orient="horz" pos="3095" userDrawn="1">
          <p15:clr>
            <a:srgbClr val="F26B43"/>
          </p15:clr>
        </p15:guide>
        <p15:guide id="4" orient="horz" pos="7928" userDrawn="1">
          <p15:clr>
            <a:srgbClr val="F26B43"/>
          </p15:clr>
        </p15:guide>
        <p15:guide id="5" userDrawn="1">
          <p15:clr>
            <a:srgbClr val="F26B43"/>
          </p15:clr>
        </p15:guide>
        <p15:guide id="6" pos="424" userDrawn="1">
          <p15:clr>
            <a:srgbClr val="F26B43"/>
          </p15:clr>
        </p15:guide>
        <p15:guide id="7" pos="1376" userDrawn="1">
          <p15:clr>
            <a:srgbClr val="F26B43"/>
          </p15:clr>
        </p15:guide>
        <p15:guide id="8" pos="1672" userDrawn="1">
          <p15:clr>
            <a:srgbClr val="F26B43"/>
          </p15:clr>
        </p15:guide>
        <p15:guide id="9" pos="2624" userDrawn="1">
          <p15:clr>
            <a:srgbClr val="F26B43"/>
          </p15:clr>
        </p15:guide>
        <p15:guide id="10" pos="2896" userDrawn="1">
          <p15:clr>
            <a:srgbClr val="F26B43"/>
          </p15:clr>
        </p15:guide>
        <p15:guide id="11" pos="3848" userDrawn="1">
          <p15:clr>
            <a:srgbClr val="F26B43"/>
          </p15:clr>
        </p15:guide>
        <p15:guide id="12" pos="4120" userDrawn="1">
          <p15:clr>
            <a:srgbClr val="F26B43"/>
          </p15:clr>
        </p15:guide>
        <p15:guide id="13" pos="5072" userDrawn="1">
          <p15:clr>
            <a:srgbClr val="F26B43"/>
          </p15:clr>
        </p15:guide>
        <p15:guide id="14" pos="5344" userDrawn="1">
          <p15:clr>
            <a:srgbClr val="F26B43"/>
          </p15:clr>
        </p15:guide>
        <p15:guide id="15" pos="6320" userDrawn="1">
          <p15:clr>
            <a:srgbClr val="F26B43"/>
          </p15:clr>
        </p15:guide>
        <p15:guide id="16" pos="6592" userDrawn="1">
          <p15:clr>
            <a:srgbClr val="F26B43"/>
          </p15:clr>
        </p15:guide>
        <p15:guide id="17" pos="7544" userDrawn="1">
          <p15:clr>
            <a:srgbClr val="F26B43"/>
          </p15:clr>
        </p15:guide>
        <p15:guide id="18" pos="7680" userDrawn="1">
          <p15:clr>
            <a:srgbClr val="F26B43"/>
          </p15:clr>
        </p15:guide>
        <p15:guide id="19" pos="7816" userDrawn="1">
          <p15:clr>
            <a:srgbClr val="F26B43"/>
          </p15:clr>
        </p15:guide>
        <p15:guide id="20" pos="8768" userDrawn="1">
          <p15:clr>
            <a:srgbClr val="F26B43"/>
          </p15:clr>
        </p15:guide>
        <p15:guide id="21" pos="9040" userDrawn="1">
          <p15:clr>
            <a:srgbClr val="F26B43"/>
          </p15:clr>
        </p15:guide>
        <p15:guide id="22" pos="10016" userDrawn="1">
          <p15:clr>
            <a:srgbClr val="F26B43"/>
          </p15:clr>
        </p15:guide>
        <p15:guide id="23" pos="10288" userDrawn="1">
          <p15:clr>
            <a:srgbClr val="F26B43"/>
          </p15:clr>
        </p15:guide>
        <p15:guide id="24" pos="11240" userDrawn="1">
          <p15:clr>
            <a:srgbClr val="F26B43"/>
          </p15:clr>
        </p15:guide>
        <p15:guide id="25" pos="11512" userDrawn="1">
          <p15:clr>
            <a:srgbClr val="F26B43"/>
          </p15:clr>
        </p15:guide>
        <p15:guide id="26" pos="12464" userDrawn="1">
          <p15:clr>
            <a:srgbClr val="F26B43"/>
          </p15:clr>
        </p15:guide>
        <p15:guide id="27" pos="12736" userDrawn="1">
          <p15:clr>
            <a:srgbClr val="F26B43"/>
          </p15:clr>
        </p15:guide>
        <p15:guide id="28" pos="13688" userDrawn="1">
          <p15:clr>
            <a:srgbClr val="F26B43"/>
          </p15:clr>
        </p15:guide>
        <p15:guide id="29" pos="13984" userDrawn="1">
          <p15:clr>
            <a:srgbClr val="F26B43"/>
          </p15:clr>
        </p15:guide>
        <p15:guide id="30" pos="14936" userDrawn="1">
          <p15:clr>
            <a:srgbClr val="F26B43"/>
          </p15:clr>
        </p15:guide>
        <p15:guide id="31" pos="15360" userDrawn="1">
          <p15:clr>
            <a:srgbClr val="F26B43"/>
          </p15:clr>
        </p15:guide>
        <p15:guide id="33" orient="horz" pos="128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ERNI Standard Slides">
  <a:themeElements>
    <a:clrScheme name="ERNI Standard Colors">
      <a:dk1>
        <a:srgbClr val="3C3C3B"/>
      </a:dk1>
      <a:lt1>
        <a:srgbClr val="FFFFFF"/>
      </a:lt1>
      <a:dk2>
        <a:srgbClr val="033778"/>
      </a:dk2>
      <a:lt2>
        <a:srgbClr val="FFFFFF"/>
      </a:lt2>
      <a:accent1>
        <a:srgbClr val="515455"/>
      </a:accent1>
      <a:accent2>
        <a:srgbClr val="033778"/>
      </a:accent2>
      <a:accent3>
        <a:srgbClr val="B1B0B1"/>
      </a:accent3>
      <a:accent4>
        <a:srgbClr val="00AADB"/>
      </a:accent4>
      <a:accent5>
        <a:srgbClr val="FFFFFF"/>
      </a:accent5>
      <a:accent6>
        <a:srgbClr val="FFFFFF"/>
      </a:accent6>
      <a:hlink>
        <a:srgbClr val="00AADB"/>
      </a:hlink>
      <a:folHlink>
        <a:srgbClr val="00AADB"/>
      </a:folHlink>
    </a:clrScheme>
    <a:fontScheme name="ERNI Standard Fonts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RNI Theme" id="{3F67A1DF-6CD8-46C9-BDF5-B1245FE096DD}" vid="{65E69A58-B981-42E1-A809-7DFC56B72B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17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1D161F-54E9-4432-97A2-0E19C30B9437}">
  <we:reference id="wa104380862" version="3.0.0.0" store="en-US" storeType="OMEX"/>
  <we:alternateReferences>
    <we:reference id="WA104380862" version="3.0.0.0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C2EB6B24BF244B90F78491AB13C30E" ma:contentTypeVersion="10" ma:contentTypeDescription="Create a new document." ma:contentTypeScope="" ma:versionID="53df0d8e2db38d4ece3a50d36bfe37dc">
  <xsd:schema xmlns:xsd="http://www.w3.org/2001/XMLSchema" xmlns:xs="http://www.w3.org/2001/XMLSchema" xmlns:p="http://schemas.microsoft.com/office/2006/metadata/properties" xmlns:ns2="fbb7d6cc-0636-42a2-8a44-887e50a6cba1" xmlns:ns3="808796e2-e496-4b0d-aeb7-d41c10425c26" targetNamespace="http://schemas.microsoft.com/office/2006/metadata/properties" ma:root="true" ma:fieldsID="8635d6c980bea9507d8c10a071870006" ns2:_="" ns3:_="">
    <xsd:import namespace="fbb7d6cc-0636-42a2-8a44-887e50a6cba1"/>
    <xsd:import namespace="808796e2-e496-4b0d-aeb7-d41c10425c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Process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7d6cc-0636-42a2-8a44-887e50a6cb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0" nillable="true" ma:displayName="Status Unterschrift" ma:format="Dropdown" ma:internalName="Status_x0020_Unterschrift">
      <xsd:simpleType>
        <xsd:restriction base="dms:Text">
          <xsd:maxLength value="255"/>
        </xsd:restriction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Process" ma:index="13" nillable="true" ma:displayName="Process" ma:description="Process that belong to the template" ma:format="Dropdown" ma:internalName="Process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796e2-e496-4b0d-aeb7-d41c10425c2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fbb7d6cc-0636-42a2-8a44-887e50a6cba1" xsi:nil="true"/>
    <Process xmlns="fbb7d6cc-0636-42a2-8a44-887e50a6cba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2AFA9D-EFE6-49CD-B150-4994956278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b7d6cc-0636-42a2-8a44-887e50a6cba1"/>
    <ds:schemaRef ds:uri="808796e2-e496-4b0d-aeb7-d41c10425c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23C27F-00B7-4ADB-98B6-3DA720621D1D}">
  <ds:schemaRefs>
    <ds:schemaRef ds:uri="c7db377c-2c6f-45b2-bb41-37a06ec2f11a"/>
    <ds:schemaRef ds:uri="http://schemas.openxmlformats.org/package/2006/metadata/core-properties"/>
    <ds:schemaRef ds:uri="http://schemas.microsoft.com/office/2006/metadata/properties"/>
    <ds:schemaRef ds:uri="9be78f9b-219d-4697-901d-0d5522f92af1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fbb7d6cc-0636-42a2-8a44-887e50a6cba1"/>
  </ds:schemaRefs>
</ds:datastoreItem>
</file>

<file path=customXml/itemProps3.xml><?xml version="1.0" encoding="utf-8"?>
<ds:datastoreItem xmlns:ds="http://schemas.openxmlformats.org/officeDocument/2006/customXml" ds:itemID="{8FCFD093-3465-4CB9-82D6-4EF0140DD99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cf2ba15-c468-47c8-b178-cba8acf110ec}" enabled="1" method="Standard" siteId="{eb25818e-5bd5-49bf-99de-53e3e7b426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13CBCF5E</Template>
  <TotalTime>0</TotalTime>
  <Words>1906</Words>
  <Application>Microsoft Office PowerPoint</Application>
  <PresentationFormat>Custom</PresentationFormat>
  <Paragraphs>411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Aptos</vt:lpstr>
      <vt:lpstr>Arial</vt:lpstr>
      <vt:lpstr>Google Sans</vt:lpstr>
      <vt:lpstr>Helvetica Neue Medium</vt:lpstr>
      <vt:lpstr>Source Sans 3</vt:lpstr>
      <vt:lpstr>Source Sans Pro</vt:lpstr>
      <vt:lpstr>Source Sans Pro </vt:lpstr>
      <vt:lpstr>Wingdings</vt:lpstr>
      <vt:lpstr>ERNI Standard Slides</vt:lpstr>
      <vt:lpstr>We are ERNI</vt:lpstr>
      <vt:lpstr>We are ERNI</vt:lpstr>
      <vt:lpstr>We are ERNI</vt:lpstr>
      <vt:lpstr>About us</vt:lpstr>
      <vt:lpstr>We connect the physical world with the digital world</vt:lpstr>
      <vt:lpstr>We support and accompany leading companies worldwide in software engineering and the digitalisation of processes</vt:lpstr>
      <vt:lpstr>Our Business Model  </vt:lpstr>
      <vt:lpstr>ERNI at a Glance We are near to you </vt:lpstr>
      <vt:lpstr>Facts and Figures</vt:lpstr>
      <vt:lpstr>Human Touch</vt:lpstr>
      <vt:lpstr>We are near you   </vt:lpstr>
      <vt:lpstr>Vision, Mission &amp; Values</vt:lpstr>
      <vt:lpstr>Vision, Mission &amp; Values</vt:lpstr>
      <vt:lpstr>ERNI Vision</vt:lpstr>
      <vt:lpstr>ERNI Mission</vt:lpstr>
      <vt:lpstr>ERNI Values</vt:lpstr>
      <vt:lpstr>ERNI Values</vt:lpstr>
      <vt:lpstr>Service Portfolio</vt:lpstr>
      <vt:lpstr>Collaboration Models</vt:lpstr>
      <vt:lpstr>From the Idea to  the Solution </vt:lpstr>
      <vt:lpstr>Industries</vt:lpstr>
      <vt:lpstr>Services portfolio</vt:lpstr>
      <vt:lpstr>Service portfolio</vt:lpstr>
      <vt:lpstr>Practices and Services </vt:lpstr>
      <vt:lpstr>Practices and Services </vt:lpstr>
      <vt:lpstr>Lifecycle Coverage</vt:lpstr>
      <vt:lpstr>Swiss Software Engineering</vt:lpstr>
      <vt:lpstr>ERNI Integrated Management System</vt:lpstr>
      <vt:lpstr>ERNI Integrated Management System</vt:lpstr>
      <vt:lpstr>PowerPoint Presentation</vt:lpstr>
      <vt:lpstr>PowerPoint Presentation</vt:lpstr>
      <vt:lpstr>PowerPoint Presentation</vt:lpstr>
      <vt:lpstr>Project Team</vt:lpstr>
      <vt:lpstr>Project Team</vt:lpstr>
      <vt:lpstr>Project Team</vt:lpstr>
      <vt:lpstr>ERNI Spain</vt:lpstr>
      <vt:lpstr>ERNI Spain</vt:lpstr>
      <vt:lpstr>ERNI Spain</vt:lpstr>
      <vt:lpstr>ERNI Switzerland</vt:lpstr>
      <vt:lpstr>ERNI Switzerland</vt:lpstr>
      <vt:lpstr>ERNI Switzerland</vt:lpstr>
      <vt:lpstr>ERNI Germany</vt:lpstr>
      <vt:lpstr>ERNI Germany</vt:lpstr>
      <vt:lpstr>ERNI Germany</vt:lpstr>
      <vt:lpstr>ERNI APAC</vt:lpstr>
      <vt:lpstr>ERNI APAC</vt:lpstr>
      <vt:lpstr>ERNI APAC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Sarile Benjamin Joseph (ERNI)</dc:creator>
  <cp:lastModifiedBy>Sarile Benjamin Joseph (ERNI)</cp:lastModifiedBy>
  <cp:revision>1</cp:revision>
  <dcterms:created xsi:type="dcterms:W3CDTF">2026-05-21T06:22:29Z</dcterms:created>
  <dcterms:modified xsi:type="dcterms:W3CDTF">2026-05-21T06:22:39Z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0x01010054C2EB6B24BF244B90F78491AB13C30E</vt:lpwstr>
  </property>
  <property fmtid="{D5CDD505-2E9C-101B-9397-08002B2CF9AE}" pid="3" name="MediaServiceImageTags">
    <vt:lpwstr/>
  </property>
</Properties>
</file>